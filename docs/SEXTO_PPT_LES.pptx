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200"/>
  </p:notesMasterIdLst>
  <p:handoutMasterIdLst>
    <p:handoutMasterId r:id="rId201"/>
  </p:handoutMasterIdLst>
  <p:sldIdLst>
    <p:sldId id="260" r:id="rId4"/>
    <p:sldId id="516" r:id="rId5"/>
    <p:sldId id="517" r:id="rId6"/>
    <p:sldId id="519" r:id="rId7"/>
    <p:sldId id="520" r:id="rId8"/>
    <p:sldId id="521" r:id="rId9"/>
    <p:sldId id="522" r:id="rId10"/>
    <p:sldId id="523" r:id="rId11"/>
    <p:sldId id="524" r:id="rId12"/>
    <p:sldId id="528" r:id="rId13"/>
    <p:sldId id="531" r:id="rId14"/>
    <p:sldId id="525" r:id="rId15"/>
    <p:sldId id="529" r:id="rId16"/>
    <p:sldId id="526" r:id="rId17"/>
    <p:sldId id="530" r:id="rId18"/>
    <p:sldId id="527" r:id="rId19"/>
    <p:sldId id="532" r:id="rId20"/>
    <p:sldId id="533" r:id="rId21"/>
    <p:sldId id="534" r:id="rId22"/>
    <p:sldId id="535" r:id="rId23"/>
    <p:sldId id="536" r:id="rId24"/>
    <p:sldId id="537" r:id="rId25"/>
    <p:sldId id="538" r:id="rId26"/>
    <p:sldId id="539" r:id="rId27"/>
    <p:sldId id="540" r:id="rId28"/>
    <p:sldId id="541" r:id="rId29"/>
    <p:sldId id="542" r:id="rId30"/>
    <p:sldId id="543" r:id="rId31"/>
    <p:sldId id="544" r:id="rId32"/>
    <p:sldId id="545" r:id="rId33"/>
    <p:sldId id="546" r:id="rId34"/>
    <p:sldId id="547" r:id="rId35"/>
    <p:sldId id="548" r:id="rId36"/>
    <p:sldId id="549" r:id="rId37"/>
    <p:sldId id="550" r:id="rId38"/>
    <p:sldId id="551" r:id="rId39"/>
    <p:sldId id="552" r:id="rId40"/>
    <p:sldId id="553" r:id="rId41"/>
    <p:sldId id="554" r:id="rId42"/>
    <p:sldId id="555" r:id="rId43"/>
    <p:sldId id="556" r:id="rId44"/>
    <p:sldId id="557" r:id="rId45"/>
    <p:sldId id="558" r:id="rId46"/>
    <p:sldId id="561" r:id="rId47"/>
    <p:sldId id="562" r:id="rId48"/>
    <p:sldId id="563" r:id="rId49"/>
    <p:sldId id="582" r:id="rId50"/>
    <p:sldId id="564" r:id="rId51"/>
    <p:sldId id="565" r:id="rId52"/>
    <p:sldId id="569" r:id="rId53"/>
    <p:sldId id="566" r:id="rId54"/>
    <p:sldId id="568" r:id="rId55"/>
    <p:sldId id="567" r:id="rId56"/>
    <p:sldId id="570" r:id="rId57"/>
    <p:sldId id="571" r:id="rId58"/>
    <p:sldId id="572" r:id="rId59"/>
    <p:sldId id="573" r:id="rId60"/>
    <p:sldId id="575" r:id="rId61"/>
    <p:sldId id="576" r:id="rId62"/>
    <p:sldId id="577" r:id="rId63"/>
    <p:sldId id="578" r:id="rId64"/>
    <p:sldId id="579" r:id="rId65"/>
    <p:sldId id="580" r:id="rId66"/>
    <p:sldId id="581" r:id="rId67"/>
    <p:sldId id="583" r:id="rId68"/>
    <p:sldId id="584" r:id="rId69"/>
    <p:sldId id="585" r:id="rId70"/>
    <p:sldId id="597" r:id="rId71"/>
    <p:sldId id="598" r:id="rId72"/>
    <p:sldId id="599" r:id="rId73"/>
    <p:sldId id="600" r:id="rId74"/>
    <p:sldId id="601" r:id="rId75"/>
    <p:sldId id="602" r:id="rId76"/>
    <p:sldId id="603" r:id="rId77"/>
    <p:sldId id="604" r:id="rId78"/>
    <p:sldId id="605" r:id="rId79"/>
    <p:sldId id="606" r:id="rId80"/>
    <p:sldId id="607" r:id="rId81"/>
    <p:sldId id="608" r:id="rId82"/>
    <p:sldId id="609" r:id="rId83"/>
    <p:sldId id="610" r:id="rId84"/>
    <p:sldId id="611" r:id="rId85"/>
    <p:sldId id="612" r:id="rId86"/>
    <p:sldId id="613" r:id="rId87"/>
    <p:sldId id="614" r:id="rId88"/>
    <p:sldId id="615" r:id="rId89"/>
    <p:sldId id="616" r:id="rId90"/>
    <p:sldId id="617" r:id="rId91"/>
    <p:sldId id="618" r:id="rId92"/>
    <p:sldId id="619" r:id="rId93"/>
    <p:sldId id="620" r:id="rId94"/>
    <p:sldId id="621" r:id="rId95"/>
    <p:sldId id="622" r:id="rId96"/>
    <p:sldId id="623" r:id="rId97"/>
    <p:sldId id="624" r:id="rId98"/>
    <p:sldId id="625" r:id="rId99"/>
    <p:sldId id="626" r:id="rId100"/>
    <p:sldId id="627" r:id="rId101"/>
    <p:sldId id="628" r:id="rId102"/>
    <p:sldId id="629" r:id="rId103"/>
    <p:sldId id="630" r:id="rId104"/>
    <p:sldId id="631" r:id="rId105"/>
    <p:sldId id="632" r:id="rId106"/>
    <p:sldId id="633" r:id="rId107"/>
    <p:sldId id="634" r:id="rId108"/>
    <p:sldId id="635" r:id="rId109"/>
    <p:sldId id="636" r:id="rId110"/>
    <p:sldId id="637" r:id="rId111"/>
    <p:sldId id="638" r:id="rId112"/>
    <p:sldId id="639" r:id="rId113"/>
    <p:sldId id="640" r:id="rId114"/>
    <p:sldId id="641" r:id="rId115"/>
    <p:sldId id="642" r:id="rId116"/>
    <p:sldId id="643" r:id="rId117"/>
    <p:sldId id="644" r:id="rId118"/>
    <p:sldId id="645" r:id="rId119"/>
    <p:sldId id="646" r:id="rId120"/>
    <p:sldId id="647" r:id="rId121"/>
    <p:sldId id="648" r:id="rId122"/>
    <p:sldId id="649" r:id="rId123"/>
    <p:sldId id="650" r:id="rId124"/>
    <p:sldId id="651" r:id="rId125"/>
    <p:sldId id="652" r:id="rId126"/>
    <p:sldId id="653" r:id="rId127"/>
    <p:sldId id="654" r:id="rId128"/>
    <p:sldId id="655" r:id="rId129"/>
    <p:sldId id="656" r:id="rId130"/>
    <p:sldId id="657" r:id="rId131"/>
    <p:sldId id="658" r:id="rId132"/>
    <p:sldId id="659" r:id="rId133"/>
    <p:sldId id="660" r:id="rId134"/>
    <p:sldId id="661" r:id="rId135"/>
    <p:sldId id="662" r:id="rId136"/>
    <p:sldId id="663" r:id="rId137"/>
    <p:sldId id="664" r:id="rId138"/>
    <p:sldId id="665" r:id="rId139"/>
    <p:sldId id="666" r:id="rId140"/>
    <p:sldId id="667" r:id="rId141"/>
    <p:sldId id="668" r:id="rId142"/>
    <p:sldId id="669" r:id="rId143"/>
    <p:sldId id="670" r:id="rId144"/>
    <p:sldId id="671" r:id="rId145"/>
    <p:sldId id="672" r:id="rId146"/>
    <p:sldId id="673" r:id="rId147"/>
    <p:sldId id="674" r:id="rId148"/>
    <p:sldId id="675" r:id="rId149"/>
    <p:sldId id="676" r:id="rId150"/>
    <p:sldId id="677" r:id="rId151"/>
    <p:sldId id="678" r:id="rId152"/>
    <p:sldId id="679" r:id="rId153"/>
    <p:sldId id="680" r:id="rId154"/>
    <p:sldId id="681" r:id="rId155"/>
    <p:sldId id="682" r:id="rId156"/>
    <p:sldId id="683" r:id="rId157"/>
    <p:sldId id="684" r:id="rId158"/>
    <p:sldId id="685" r:id="rId159"/>
    <p:sldId id="686" r:id="rId160"/>
    <p:sldId id="687" r:id="rId161"/>
    <p:sldId id="688" r:id="rId162"/>
    <p:sldId id="689" r:id="rId163"/>
    <p:sldId id="690" r:id="rId164"/>
    <p:sldId id="691" r:id="rId165"/>
    <p:sldId id="692" r:id="rId166"/>
    <p:sldId id="693" r:id="rId167"/>
    <p:sldId id="694" r:id="rId168"/>
    <p:sldId id="695" r:id="rId169"/>
    <p:sldId id="696" r:id="rId170"/>
    <p:sldId id="697" r:id="rId171"/>
    <p:sldId id="698" r:id="rId172"/>
    <p:sldId id="699" r:id="rId173"/>
    <p:sldId id="700" r:id="rId174"/>
    <p:sldId id="701" r:id="rId175"/>
    <p:sldId id="702" r:id="rId176"/>
    <p:sldId id="703" r:id="rId177"/>
    <p:sldId id="704" r:id="rId178"/>
    <p:sldId id="705" r:id="rId179"/>
    <p:sldId id="706" r:id="rId180"/>
    <p:sldId id="707" r:id="rId181"/>
    <p:sldId id="708" r:id="rId182"/>
    <p:sldId id="709" r:id="rId183"/>
    <p:sldId id="710" r:id="rId184"/>
    <p:sldId id="711" r:id="rId185"/>
    <p:sldId id="712" r:id="rId186"/>
    <p:sldId id="713" r:id="rId187"/>
    <p:sldId id="714" r:id="rId188"/>
    <p:sldId id="715" r:id="rId189"/>
    <p:sldId id="716" r:id="rId190"/>
    <p:sldId id="717" r:id="rId191"/>
    <p:sldId id="718" r:id="rId192"/>
    <p:sldId id="719" r:id="rId193"/>
    <p:sldId id="720" r:id="rId194"/>
    <p:sldId id="721" r:id="rId195"/>
    <p:sldId id="722" r:id="rId196"/>
    <p:sldId id="723" r:id="rId197"/>
    <p:sldId id="724" r:id="rId198"/>
    <p:sldId id="725" r:id="rId199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29" autoAdjust="0"/>
    <p:restoredTop sz="96311" autoAdjust="0"/>
  </p:normalViewPr>
  <p:slideViewPr>
    <p:cSldViewPr>
      <p:cViewPr varScale="1">
        <p:scale>
          <a:sx n="65" d="100"/>
          <a:sy n="65" d="100"/>
        </p:scale>
        <p:origin x="15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59" Type="http://schemas.openxmlformats.org/officeDocument/2006/relationships/slide" Target="slides/slide156.xml"/><Relationship Id="rId170" Type="http://schemas.openxmlformats.org/officeDocument/2006/relationships/slide" Target="slides/slide167.xml"/><Relationship Id="rId191" Type="http://schemas.openxmlformats.org/officeDocument/2006/relationships/slide" Target="slides/slide188.xml"/><Relationship Id="rId205" Type="http://schemas.openxmlformats.org/officeDocument/2006/relationships/tableStyles" Target="tableStyles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53" Type="http://schemas.openxmlformats.org/officeDocument/2006/relationships/slide" Target="slides/slide50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149" Type="http://schemas.openxmlformats.org/officeDocument/2006/relationships/slide" Target="slides/slide146.xml"/><Relationship Id="rId5" Type="http://schemas.openxmlformats.org/officeDocument/2006/relationships/slide" Target="slides/slide2.xml"/><Relationship Id="rId95" Type="http://schemas.openxmlformats.org/officeDocument/2006/relationships/slide" Target="slides/slide92.xml"/><Relationship Id="rId160" Type="http://schemas.openxmlformats.org/officeDocument/2006/relationships/slide" Target="slides/slide157.xml"/><Relationship Id="rId181" Type="http://schemas.openxmlformats.org/officeDocument/2006/relationships/slide" Target="slides/slide178.xml"/><Relationship Id="rId22" Type="http://schemas.openxmlformats.org/officeDocument/2006/relationships/slide" Target="slides/slide19.xml"/><Relationship Id="rId43" Type="http://schemas.openxmlformats.org/officeDocument/2006/relationships/slide" Target="slides/slide40.xml"/><Relationship Id="rId64" Type="http://schemas.openxmlformats.org/officeDocument/2006/relationships/slide" Target="slides/slide61.xml"/><Relationship Id="rId118" Type="http://schemas.openxmlformats.org/officeDocument/2006/relationships/slide" Target="slides/slide115.xml"/><Relationship Id="rId139" Type="http://schemas.openxmlformats.org/officeDocument/2006/relationships/slide" Target="slides/slide136.xml"/><Relationship Id="rId85" Type="http://schemas.openxmlformats.org/officeDocument/2006/relationships/slide" Target="slides/slide82.xml"/><Relationship Id="rId150" Type="http://schemas.openxmlformats.org/officeDocument/2006/relationships/slide" Target="slides/slide147.xml"/><Relationship Id="rId171" Type="http://schemas.openxmlformats.org/officeDocument/2006/relationships/slide" Target="slides/slide168.xml"/><Relationship Id="rId192" Type="http://schemas.openxmlformats.org/officeDocument/2006/relationships/slide" Target="slides/slide189.xml"/><Relationship Id="rId12" Type="http://schemas.openxmlformats.org/officeDocument/2006/relationships/slide" Target="slides/slide9.xml"/><Relationship Id="rId33" Type="http://schemas.openxmlformats.org/officeDocument/2006/relationships/slide" Target="slides/slide30.xml"/><Relationship Id="rId108" Type="http://schemas.openxmlformats.org/officeDocument/2006/relationships/slide" Target="slides/slide105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5" Type="http://schemas.openxmlformats.org/officeDocument/2006/relationships/slide" Target="slides/slide72.xml"/><Relationship Id="rId96" Type="http://schemas.openxmlformats.org/officeDocument/2006/relationships/slide" Target="slides/slide93.xml"/><Relationship Id="rId140" Type="http://schemas.openxmlformats.org/officeDocument/2006/relationships/slide" Target="slides/slide137.xml"/><Relationship Id="rId161" Type="http://schemas.openxmlformats.org/officeDocument/2006/relationships/slide" Target="slides/slide158.xml"/><Relationship Id="rId182" Type="http://schemas.openxmlformats.org/officeDocument/2006/relationships/slide" Target="slides/slide179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5" Type="http://schemas.openxmlformats.org/officeDocument/2006/relationships/slide" Target="slides/slide62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51" Type="http://schemas.openxmlformats.org/officeDocument/2006/relationships/slide" Target="slides/slide148.xml"/><Relationship Id="rId172" Type="http://schemas.openxmlformats.org/officeDocument/2006/relationships/slide" Target="slides/slide169.xml"/><Relationship Id="rId193" Type="http://schemas.openxmlformats.org/officeDocument/2006/relationships/slide" Target="slides/slide190.xml"/><Relationship Id="rId13" Type="http://schemas.openxmlformats.org/officeDocument/2006/relationships/slide" Target="slides/slide10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20" Type="http://schemas.openxmlformats.org/officeDocument/2006/relationships/slide" Target="slides/slide117.xml"/><Relationship Id="rId141" Type="http://schemas.openxmlformats.org/officeDocument/2006/relationships/slide" Target="slides/slide138.xml"/><Relationship Id="rId7" Type="http://schemas.openxmlformats.org/officeDocument/2006/relationships/slide" Target="slides/slide4.xml"/><Relationship Id="rId162" Type="http://schemas.openxmlformats.org/officeDocument/2006/relationships/slide" Target="slides/slide159.xml"/><Relationship Id="rId183" Type="http://schemas.openxmlformats.org/officeDocument/2006/relationships/slide" Target="slides/slide180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slide" Target="slides/slide133.xml"/><Relationship Id="rId157" Type="http://schemas.openxmlformats.org/officeDocument/2006/relationships/slide" Target="slides/slide154.xml"/><Relationship Id="rId178" Type="http://schemas.openxmlformats.org/officeDocument/2006/relationships/slide" Target="slides/slide175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52" Type="http://schemas.openxmlformats.org/officeDocument/2006/relationships/slide" Target="slides/slide149.xml"/><Relationship Id="rId173" Type="http://schemas.openxmlformats.org/officeDocument/2006/relationships/slide" Target="slides/slide170.xml"/><Relationship Id="rId194" Type="http://schemas.openxmlformats.org/officeDocument/2006/relationships/slide" Target="slides/slide191.xml"/><Relationship Id="rId199" Type="http://schemas.openxmlformats.org/officeDocument/2006/relationships/slide" Target="slides/slide196.xml"/><Relationship Id="rId203" Type="http://schemas.openxmlformats.org/officeDocument/2006/relationships/viewProps" Target="view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slide" Target="slides/slide144.xml"/><Relationship Id="rId168" Type="http://schemas.openxmlformats.org/officeDocument/2006/relationships/slide" Target="slides/slide165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slide" Target="slides/slide139.xml"/><Relationship Id="rId163" Type="http://schemas.openxmlformats.org/officeDocument/2006/relationships/slide" Target="slides/slide160.xml"/><Relationship Id="rId184" Type="http://schemas.openxmlformats.org/officeDocument/2006/relationships/slide" Target="slides/slide181.xml"/><Relationship Id="rId189" Type="http://schemas.openxmlformats.org/officeDocument/2006/relationships/slide" Target="slides/slide186.xml"/><Relationship Id="rId3" Type="http://schemas.openxmlformats.org/officeDocument/2006/relationships/slideMaster" Target="slideMasters/slideMaster1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158" Type="http://schemas.openxmlformats.org/officeDocument/2006/relationships/slide" Target="slides/slide155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3" Type="http://schemas.openxmlformats.org/officeDocument/2006/relationships/slide" Target="slides/slide150.xml"/><Relationship Id="rId174" Type="http://schemas.openxmlformats.org/officeDocument/2006/relationships/slide" Target="slides/slide171.xml"/><Relationship Id="rId179" Type="http://schemas.openxmlformats.org/officeDocument/2006/relationships/slide" Target="slides/slide176.xml"/><Relationship Id="rId195" Type="http://schemas.openxmlformats.org/officeDocument/2006/relationships/slide" Target="slides/slide192.xml"/><Relationship Id="rId190" Type="http://schemas.openxmlformats.org/officeDocument/2006/relationships/slide" Target="slides/slide187.xml"/><Relationship Id="rId204" Type="http://schemas.openxmlformats.org/officeDocument/2006/relationships/theme" Target="theme/theme1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slide" Target="slides/slide140.xml"/><Relationship Id="rId148" Type="http://schemas.openxmlformats.org/officeDocument/2006/relationships/slide" Target="slides/slide145.xml"/><Relationship Id="rId164" Type="http://schemas.openxmlformats.org/officeDocument/2006/relationships/slide" Target="slides/slide161.xml"/><Relationship Id="rId169" Type="http://schemas.openxmlformats.org/officeDocument/2006/relationships/slide" Target="slides/slide166.xml"/><Relationship Id="rId185" Type="http://schemas.openxmlformats.org/officeDocument/2006/relationships/slide" Target="slides/slide18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80" Type="http://schemas.openxmlformats.org/officeDocument/2006/relationships/slide" Target="slides/slide177.xml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54" Type="http://schemas.openxmlformats.org/officeDocument/2006/relationships/slide" Target="slides/slide151.xml"/><Relationship Id="rId175" Type="http://schemas.openxmlformats.org/officeDocument/2006/relationships/slide" Target="slides/slide172.xml"/><Relationship Id="rId196" Type="http://schemas.openxmlformats.org/officeDocument/2006/relationships/slide" Target="slides/slide193.xml"/><Relationship Id="rId200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slide" Target="slides/slide141.xml"/><Relationship Id="rId90" Type="http://schemas.openxmlformats.org/officeDocument/2006/relationships/slide" Target="slides/slide87.xml"/><Relationship Id="rId165" Type="http://schemas.openxmlformats.org/officeDocument/2006/relationships/slide" Target="slides/slide162.xml"/><Relationship Id="rId186" Type="http://schemas.openxmlformats.org/officeDocument/2006/relationships/slide" Target="slides/slide183.xml"/><Relationship Id="rId27" Type="http://schemas.openxmlformats.org/officeDocument/2006/relationships/slide" Target="slides/slide24.xml"/><Relationship Id="rId48" Type="http://schemas.openxmlformats.org/officeDocument/2006/relationships/slide" Target="slides/slide45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34" Type="http://schemas.openxmlformats.org/officeDocument/2006/relationships/slide" Target="slides/slide131.xml"/><Relationship Id="rId80" Type="http://schemas.openxmlformats.org/officeDocument/2006/relationships/slide" Target="slides/slide77.xml"/><Relationship Id="rId155" Type="http://schemas.openxmlformats.org/officeDocument/2006/relationships/slide" Target="slides/slide152.xml"/><Relationship Id="rId176" Type="http://schemas.openxmlformats.org/officeDocument/2006/relationships/slide" Target="slides/slide173.xml"/><Relationship Id="rId197" Type="http://schemas.openxmlformats.org/officeDocument/2006/relationships/slide" Target="slides/slide194.xml"/><Relationship Id="rId201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24" Type="http://schemas.openxmlformats.org/officeDocument/2006/relationships/slide" Target="slides/slide121.xml"/><Relationship Id="rId70" Type="http://schemas.openxmlformats.org/officeDocument/2006/relationships/slide" Target="slides/slide67.xml"/><Relationship Id="rId91" Type="http://schemas.openxmlformats.org/officeDocument/2006/relationships/slide" Target="slides/slide88.xml"/><Relationship Id="rId145" Type="http://schemas.openxmlformats.org/officeDocument/2006/relationships/slide" Target="slides/slide142.xml"/><Relationship Id="rId166" Type="http://schemas.openxmlformats.org/officeDocument/2006/relationships/slide" Target="slides/slide163.xml"/><Relationship Id="rId187" Type="http://schemas.openxmlformats.org/officeDocument/2006/relationships/slide" Target="slides/slide184.xml"/><Relationship Id="rId1" Type="http://schemas.openxmlformats.org/officeDocument/2006/relationships/customXml" Target="../customXml/item1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60" Type="http://schemas.openxmlformats.org/officeDocument/2006/relationships/slide" Target="slides/slide57.xml"/><Relationship Id="rId81" Type="http://schemas.openxmlformats.org/officeDocument/2006/relationships/slide" Target="slides/slide78.xml"/><Relationship Id="rId135" Type="http://schemas.openxmlformats.org/officeDocument/2006/relationships/slide" Target="slides/slide132.xml"/><Relationship Id="rId156" Type="http://schemas.openxmlformats.org/officeDocument/2006/relationships/slide" Target="slides/slide153.xml"/><Relationship Id="rId177" Type="http://schemas.openxmlformats.org/officeDocument/2006/relationships/slide" Target="slides/slide174.xml"/><Relationship Id="rId198" Type="http://schemas.openxmlformats.org/officeDocument/2006/relationships/slide" Target="slides/slide195.xml"/><Relationship Id="rId202" Type="http://schemas.openxmlformats.org/officeDocument/2006/relationships/presProps" Target="presProps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50" Type="http://schemas.openxmlformats.org/officeDocument/2006/relationships/slide" Target="slides/slide47.xml"/><Relationship Id="rId104" Type="http://schemas.openxmlformats.org/officeDocument/2006/relationships/slide" Target="slides/slide101.xml"/><Relationship Id="rId125" Type="http://schemas.openxmlformats.org/officeDocument/2006/relationships/slide" Target="slides/slide122.xml"/><Relationship Id="rId146" Type="http://schemas.openxmlformats.org/officeDocument/2006/relationships/slide" Target="slides/slide143.xml"/><Relationship Id="rId167" Type="http://schemas.openxmlformats.org/officeDocument/2006/relationships/slide" Target="slides/slide164.xml"/><Relationship Id="rId188" Type="http://schemas.openxmlformats.org/officeDocument/2006/relationships/slide" Target="slides/slide185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customXml" Target="../customXml/item2.xml"/><Relationship Id="rId29" Type="http://schemas.openxmlformats.org/officeDocument/2006/relationships/slide" Target="slides/slide2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99EF211-F8BA-EA65-062E-38B6449F56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t" anchorCtr="0" compatLnSpc="1">
            <a:prstTxWarp prst="textNoShape">
              <a:avLst/>
            </a:prstTxWarp>
          </a:bodyPr>
          <a:lstStyle>
            <a:lvl1pPr defTabSz="912813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A8338279-ECEC-5923-E001-BE5E902707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t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1B971E93-9BC1-2B27-A6BA-24A39BC76B8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b" anchorCtr="0" compatLnSpc="1">
            <a:prstTxWarp prst="textNoShape">
              <a:avLst/>
            </a:prstTxWarp>
          </a:bodyPr>
          <a:lstStyle>
            <a:lvl1pPr defTabSz="912813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9B24B0C0-7F49-0C5A-A369-FD747D4862A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3438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b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71D5495-E09E-4F15-A47A-674EA87AE99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6CCEB51-44E0-36CF-FB5D-79B78C068E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t" anchorCtr="0" compatLnSpc="1">
            <a:prstTxWarp prst="textNoShape">
              <a:avLst/>
            </a:prstTxWarp>
          </a:bodyPr>
          <a:lstStyle>
            <a:lvl1pPr defTabSz="912813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077BF10-F249-FD42-CEF2-8788C3E51E2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t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0BBE3AA7-6863-0636-3147-909287E2AD5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786855DC-CB53-49F2-9355-85028397735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E654A86C-3F4D-8BAB-9CF6-311660BB74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b" anchorCtr="0" compatLnSpc="1">
            <a:prstTxWarp prst="textNoShape">
              <a:avLst/>
            </a:prstTxWarp>
          </a:bodyPr>
          <a:lstStyle>
            <a:lvl1pPr defTabSz="912813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821CDDAE-E01A-B5F1-27D3-4975EFB5F4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3438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7" rIns="91294" bIns="45647" numCol="1" anchor="b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8403B23-A8EF-4C36-A571-29D1C5FB9DB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>
            <a:extLst>
              <a:ext uri="{FF2B5EF4-FFF2-40B4-BE49-F238E27FC236}">
                <a16:creationId xmlns:a16="http://schemas.microsoft.com/office/drawing/2014/main" id="{5C626036-1A6E-C9A5-5E6B-038751632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A89663D-80AF-451A-BAAF-7DB0837F927C}" type="slidenum">
              <a:rPr lang="pt-BR" altLang="pt-BR" smtClean="0"/>
              <a:pPr>
                <a:spcBef>
                  <a:spcPct val="0"/>
                </a:spcBef>
              </a:pPr>
              <a:t>1</a:t>
            </a:fld>
            <a:endParaRPr lang="pt-BR" altLang="pt-BR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BE8E56A1-B30C-3D13-7841-48C478A590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A13C483-D0A2-8D2D-FABA-F04DA98CCB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Espaço Reservado para Imagem de Slide 1">
            <a:extLst>
              <a:ext uri="{FF2B5EF4-FFF2-40B4-BE49-F238E27FC236}">
                <a16:creationId xmlns:a16="http://schemas.microsoft.com/office/drawing/2014/main" id="{2A4C87D3-975D-FBF2-66F7-B0C9E35257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Espaço Reservado para Anotações 2">
            <a:extLst>
              <a:ext uri="{FF2B5EF4-FFF2-40B4-BE49-F238E27FC236}">
                <a16:creationId xmlns:a16="http://schemas.microsoft.com/office/drawing/2014/main" id="{2B2B230C-0116-EE93-0E55-9A85C9D69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9219" name="Espaço Reservado para Número de Slide 3">
            <a:extLst>
              <a:ext uri="{FF2B5EF4-FFF2-40B4-BE49-F238E27FC236}">
                <a16:creationId xmlns:a16="http://schemas.microsoft.com/office/drawing/2014/main" id="{282BA7B7-4233-5C8E-E127-A2076F475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6F7F9A-6E90-41E0-986C-4CC549FD463E}" type="slidenum">
              <a:rPr lang="pt-BR" altLang="pt-BR" sz="1200" smtClean="0">
                <a:latin typeface="Times New Roman" panose="02020603050405020304" pitchFamily="18" charset="0"/>
              </a:rPr>
              <a:pPr/>
              <a:t>2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Espaço Reservado para Imagem de Slide 1">
            <a:extLst>
              <a:ext uri="{FF2B5EF4-FFF2-40B4-BE49-F238E27FC236}">
                <a16:creationId xmlns:a16="http://schemas.microsoft.com/office/drawing/2014/main" id="{FB376ECA-4EC3-1955-5A54-982F8E6537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6" name="Espaço Reservado para Anotações 2">
            <a:extLst>
              <a:ext uri="{FF2B5EF4-FFF2-40B4-BE49-F238E27FC236}">
                <a16:creationId xmlns:a16="http://schemas.microsoft.com/office/drawing/2014/main" id="{85D8282D-1CE7-CCF3-263C-8CB57FC67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11267" name="Espaço Reservado para Número de Slide 3">
            <a:extLst>
              <a:ext uri="{FF2B5EF4-FFF2-40B4-BE49-F238E27FC236}">
                <a16:creationId xmlns:a16="http://schemas.microsoft.com/office/drawing/2014/main" id="{A5A0AEFD-8DD6-1E86-BBD9-422B5859AD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E31AAF6-A676-4678-9786-533E41376068}" type="slidenum">
              <a:rPr lang="pt-BR" altLang="pt-BR" sz="1200" smtClean="0">
                <a:latin typeface="Times New Roman" panose="02020603050405020304" pitchFamily="18" charset="0"/>
              </a:rPr>
              <a:pPr/>
              <a:t>3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Espaço Reservado para Imagem de Slide 1">
            <a:extLst>
              <a:ext uri="{FF2B5EF4-FFF2-40B4-BE49-F238E27FC236}">
                <a16:creationId xmlns:a16="http://schemas.microsoft.com/office/drawing/2014/main" id="{788D50D2-66F9-1B35-12F5-5D36D160A8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4" name="Espaço Reservado para Anotações 2">
            <a:extLst>
              <a:ext uri="{FF2B5EF4-FFF2-40B4-BE49-F238E27FC236}">
                <a16:creationId xmlns:a16="http://schemas.microsoft.com/office/drawing/2014/main" id="{6363D682-EB9B-0F5C-BAEC-6A62B9512B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13315" name="Espaço Reservado para Número de Slide 3">
            <a:extLst>
              <a:ext uri="{FF2B5EF4-FFF2-40B4-BE49-F238E27FC236}">
                <a16:creationId xmlns:a16="http://schemas.microsoft.com/office/drawing/2014/main" id="{7212F25F-5AFF-59BD-C35B-3E276CC3A0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7F50F0E-BFB5-41A2-B460-19C29CD4AF72}" type="slidenum">
              <a:rPr lang="pt-BR" altLang="pt-BR" sz="1200" smtClean="0">
                <a:latin typeface="Times New Roman" panose="02020603050405020304" pitchFamily="18" charset="0"/>
              </a:rPr>
              <a:pPr/>
              <a:t>4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47696-619A-5A98-7A53-6D15EBF4C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Espaço Reservado para Imagem de Slide 1">
            <a:extLst>
              <a:ext uri="{FF2B5EF4-FFF2-40B4-BE49-F238E27FC236}">
                <a16:creationId xmlns:a16="http://schemas.microsoft.com/office/drawing/2014/main" id="{6EEE39DB-3831-D7FA-1830-19DC211292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Espaço Reservado para Anotações 2">
            <a:extLst>
              <a:ext uri="{FF2B5EF4-FFF2-40B4-BE49-F238E27FC236}">
                <a16:creationId xmlns:a16="http://schemas.microsoft.com/office/drawing/2014/main" id="{D537FE90-E325-1015-9E1A-A639119666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9219" name="Espaço Reservado para Número de Slide 3">
            <a:extLst>
              <a:ext uri="{FF2B5EF4-FFF2-40B4-BE49-F238E27FC236}">
                <a16:creationId xmlns:a16="http://schemas.microsoft.com/office/drawing/2014/main" id="{604E68BD-9B1A-0BBE-0E10-047B5877E2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6F7F9A-6E90-41E0-986C-4CC549FD463E}" type="slidenum">
              <a:rPr lang="pt-BR" altLang="pt-BR" sz="1200" smtClean="0">
                <a:latin typeface="Times New Roman" panose="02020603050405020304" pitchFamily="18" charset="0"/>
              </a:rPr>
              <a:pPr/>
              <a:t>5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510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00E93-8217-63C0-D7B6-2A11D099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Espaço Reservado para Imagem de Slide 1">
            <a:extLst>
              <a:ext uri="{FF2B5EF4-FFF2-40B4-BE49-F238E27FC236}">
                <a16:creationId xmlns:a16="http://schemas.microsoft.com/office/drawing/2014/main" id="{274DBA4F-776C-A9C3-131E-8C3991EE47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Espaço Reservado para Anotações 2">
            <a:extLst>
              <a:ext uri="{FF2B5EF4-FFF2-40B4-BE49-F238E27FC236}">
                <a16:creationId xmlns:a16="http://schemas.microsoft.com/office/drawing/2014/main" id="{BB0CF16E-4551-4330-66CC-63608F5BC3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9219" name="Espaço Reservado para Número de Slide 3">
            <a:extLst>
              <a:ext uri="{FF2B5EF4-FFF2-40B4-BE49-F238E27FC236}">
                <a16:creationId xmlns:a16="http://schemas.microsoft.com/office/drawing/2014/main" id="{7F97C959-E9F4-305E-54E2-7AC15A1EA8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6F7F9A-6E90-41E0-986C-4CC549FD463E}" type="slidenum">
              <a:rPr lang="pt-BR" altLang="pt-BR" sz="1200" smtClean="0">
                <a:latin typeface="Times New Roman" panose="02020603050405020304" pitchFamily="18" charset="0"/>
              </a:rPr>
              <a:pPr/>
              <a:t>17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226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F0CB-B43D-9960-673F-88CA0A607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Espaço Reservado para Imagem de Slide 1">
            <a:extLst>
              <a:ext uri="{FF2B5EF4-FFF2-40B4-BE49-F238E27FC236}">
                <a16:creationId xmlns:a16="http://schemas.microsoft.com/office/drawing/2014/main" id="{A3B6CA54-CDB9-B9B8-A262-0802371FDB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Espaço Reservado para Anotações 2">
            <a:extLst>
              <a:ext uri="{FF2B5EF4-FFF2-40B4-BE49-F238E27FC236}">
                <a16:creationId xmlns:a16="http://schemas.microsoft.com/office/drawing/2014/main" id="{AEFFCEDE-DBAE-2121-3E06-FF06D9ED02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9219" name="Espaço Reservado para Número de Slide 3">
            <a:extLst>
              <a:ext uri="{FF2B5EF4-FFF2-40B4-BE49-F238E27FC236}">
                <a16:creationId xmlns:a16="http://schemas.microsoft.com/office/drawing/2014/main" id="{0F533D0E-B42A-A764-DA4E-92FFC7D2E4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6F7F9A-6E90-41E0-986C-4CC549FD463E}" type="slidenum">
              <a:rPr lang="pt-BR" altLang="pt-BR" sz="1200" smtClean="0">
                <a:latin typeface="Times New Roman" panose="02020603050405020304" pitchFamily="18" charset="0"/>
              </a:rPr>
              <a:pPr/>
              <a:t>46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623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2783-CB87-37B5-E85F-464A7F0A2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Espaço Reservado para Imagem de Slide 1">
            <a:extLst>
              <a:ext uri="{FF2B5EF4-FFF2-40B4-BE49-F238E27FC236}">
                <a16:creationId xmlns:a16="http://schemas.microsoft.com/office/drawing/2014/main" id="{C4147F95-26E8-5925-6DE4-D5DD0ADB32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Espaço Reservado para Anotações 2">
            <a:extLst>
              <a:ext uri="{FF2B5EF4-FFF2-40B4-BE49-F238E27FC236}">
                <a16:creationId xmlns:a16="http://schemas.microsoft.com/office/drawing/2014/main" id="{0D0DFC5B-0D18-F3D9-A738-B1481A904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9219" name="Espaço Reservado para Número de Slide 3">
            <a:extLst>
              <a:ext uri="{FF2B5EF4-FFF2-40B4-BE49-F238E27FC236}">
                <a16:creationId xmlns:a16="http://schemas.microsoft.com/office/drawing/2014/main" id="{04FECF5B-1067-D035-DEB8-6F23EF977F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6F7F9A-6E90-41E0-986C-4CC549FD463E}" type="slidenum">
              <a:rPr lang="pt-BR" altLang="pt-BR" sz="1200" smtClean="0">
                <a:latin typeface="Times New Roman" panose="02020603050405020304" pitchFamily="18" charset="0"/>
              </a:rPr>
              <a:pPr/>
              <a:t>47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292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9C8D7-A3C5-12E6-5F5D-2ADCB1D3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Espaço Reservado para Imagem de Slide 1">
            <a:extLst>
              <a:ext uri="{FF2B5EF4-FFF2-40B4-BE49-F238E27FC236}">
                <a16:creationId xmlns:a16="http://schemas.microsoft.com/office/drawing/2014/main" id="{6BB16C8A-32BC-275D-31DA-91EB10E48A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Espaço Reservado para Anotações 2">
            <a:extLst>
              <a:ext uri="{FF2B5EF4-FFF2-40B4-BE49-F238E27FC236}">
                <a16:creationId xmlns:a16="http://schemas.microsoft.com/office/drawing/2014/main" id="{000ABE9B-0365-F684-01CE-9BD11B23B0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9219" name="Espaço Reservado para Número de Slide 3">
            <a:extLst>
              <a:ext uri="{FF2B5EF4-FFF2-40B4-BE49-F238E27FC236}">
                <a16:creationId xmlns:a16="http://schemas.microsoft.com/office/drawing/2014/main" id="{8872492D-5762-4904-563A-8E6B928623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6F7F9A-6E90-41E0-986C-4CC549FD463E}" type="slidenum">
              <a:rPr lang="pt-BR" altLang="pt-BR" sz="1200" smtClean="0">
                <a:latin typeface="Times New Roman" panose="02020603050405020304" pitchFamily="18" charset="0"/>
              </a:rPr>
              <a:pPr/>
              <a:t>65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807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3121-9C3C-5092-DAE7-CD1865DFC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Espaço Reservado para Imagem de Slide 1">
            <a:extLst>
              <a:ext uri="{FF2B5EF4-FFF2-40B4-BE49-F238E27FC236}">
                <a16:creationId xmlns:a16="http://schemas.microsoft.com/office/drawing/2014/main" id="{07F6EBA6-4E75-8E9F-A4E3-81820026F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Espaço Reservado para Anotações 2">
            <a:extLst>
              <a:ext uri="{FF2B5EF4-FFF2-40B4-BE49-F238E27FC236}">
                <a16:creationId xmlns:a16="http://schemas.microsoft.com/office/drawing/2014/main" id="{5607BF42-C09E-1990-4C43-26BE62B429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9219" name="Espaço Reservado para Número de Slide 3">
            <a:extLst>
              <a:ext uri="{FF2B5EF4-FFF2-40B4-BE49-F238E27FC236}">
                <a16:creationId xmlns:a16="http://schemas.microsoft.com/office/drawing/2014/main" id="{D8827015-4640-3503-BD6B-18CC0432AA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128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6F7F9A-6E90-41E0-986C-4CC549FD463E}" type="slidenum">
              <a:rPr lang="pt-BR" altLang="pt-BR" sz="1200" smtClean="0">
                <a:latin typeface="Times New Roman" panose="02020603050405020304" pitchFamily="18" charset="0"/>
              </a:rPr>
              <a:pPr/>
              <a:t>182</a:t>
            </a:fld>
            <a:endParaRPr lang="pt-BR" altLang="pt-BR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588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75520066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65180851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84338852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93370592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629137035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29624462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21534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137763005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285098679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74950790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46833434"/>
      </p:ext>
    </p:extLst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48674636"/>
      </p:ext>
    </p:extLst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580426247"/>
      </p:ext>
    </p:extLst>
  </p:cSld>
  <p:clrMapOvr>
    <a:masterClrMapping/>
  </p:clrMapOvr>
  <p:transition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9124381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1">
            <a:extLst>
              <a:ext uri="{FF2B5EF4-FFF2-40B4-BE49-F238E27FC236}">
                <a16:creationId xmlns:a16="http://schemas.microsoft.com/office/drawing/2014/main" id="{A54DEFA2-4FDD-1051-AD89-D68F4A7EFD1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2400" y="457200"/>
            <a:ext cx="8839200" cy="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27" name="Line 12">
            <a:extLst>
              <a:ext uri="{FF2B5EF4-FFF2-40B4-BE49-F238E27FC236}">
                <a16:creationId xmlns:a16="http://schemas.microsoft.com/office/drawing/2014/main" id="{BA6F79B5-37A1-DDF6-12CF-975B2CF9725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8" y="6524625"/>
            <a:ext cx="8839200" cy="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7" name="Text Box 13">
            <a:extLst>
              <a:ext uri="{FF2B5EF4-FFF2-40B4-BE49-F238E27FC236}">
                <a16:creationId xmlns:a16="http://schemas.microsoft.com/office/drawing/2014/main" id="{6F64FCB8-B351-A37F-5B85-D3D746DDF3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200" y="6532563"/>
            <a:ext cx="1387475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defRPr/>
            </a:pPr>
            <a:r>
              <a:rPr lang="pt-BR" sz="1000" dirty="0"/>
              <a:t>2º Semestre de 2025</a:t>
            </a:r>
          </a:p>
        </p:txBody>
      </p:sp>
      <p:sp>
        <p:nvSpPr>
          <p:cNvPr id="1030" name="Text Box 18">
            <a:extLst>
              <a:ext uri="{FF2B5EF4-FFF2-40B4-BE49-F238E27FC236}">
                <a16:creationId xmlns:a16="http://schemas.microsoft.com/office/drawing/2014/main" id="{3D2785EE-EA2B-DA87-F3C6-BC50BE48A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05838" y="6507163"/>
            <a:ext cx="461962" cy="2746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D78FA49B-1A3F-442D-86B3-6A3A98AE8BC3}" type="slidenum">
              <a:rPr lang="pt-BR" altLang="pt-BR" sz="1200" smtClean="0"/>
              <a:pPr algn="r" eaLnBrk="1" hangingPunct="1">
                <a:defRPr/>
              </a:pPr>
              <a:t>‹nº›</a:t>
            </a:fld>
            <a:endParaRPr lang="pt-BR" altLang="pt-BR" sz="1200"/>
          </a:p>
        </p:txBody>
      </p:sp>
      <p:sp>
        <p:nvSpPr>
          <p:cNvPr id="1043" name="Text Box 19">
            <a:extLst>
              <a:ext uri="{FF2B5EF4-FFF2-40B4-BE49-F238E27FC236}">
                <a16:creationId xmlns:a16="http://schemas.microsoft.com/office/drawing/2014/main" id="{8ECA17B8-CBFF-7B09-555A-64D3A30F80A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9389" y="6524625"/>
            <a:ext cx="88392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1200" dirty="0"/>
              <a:t>ADS – LES – </a:t>
            </a:r>
            <a:r>
              <a:rPr lang="pt-BR" sz="1200" dirty="0">
                <a:highlight>
                  <a:srgbClr val="FFFF00"/>
                </a:highlight>
              </a:rPr>
              <a:t>E-COMMERCE LIVRO</a:t>
            </a:r>
            <a:endParaRPr lang="pt-BR" sz="1200" dirty="0"/>
          </a:p>
        </p:txBody>
      </p:sp>
      <p:pic>
        <p:nvPicPr>
          <p:cNvPr id="1031" name="Picture 11">
            <a:extLst>
              <a:ext uri="{FF2B5EF4-FFF2-40B4-BE49-F238E27FC236}">
                <a16:creationId xmlns:a16="http://schemas.microsoft.com/office/drawing/2014/main" id="{9E6594FB-F977-5F82-4C2E-8A628E3A70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5400"/>
            <a:ext cx="26241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advClick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trello.com/b/2b0kenFL/meu-quadro-do-trello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2b0kenFL/meu-quadro-do-trello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2b0kenFL/meu-quadro-do-trello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2b0kenFL/meu-quadro-do-trello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2b0kenFL/meu-quadro-do-trell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6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6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6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6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6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6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6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6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6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6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6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6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6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6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6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6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6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6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6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6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6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6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6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6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6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6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6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6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6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6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6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6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6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6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6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6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2b0kenFL/meu-quadro-do-trello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6.png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6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6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6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6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6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6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6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6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6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6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6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6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6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EA389ADC-C8D2-440B-B936-C6FF6C8D2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92563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r>
              <a:rPr lang="pt-BR" altLang="pt-BR" sz="2400" b="1" dirty="0">
                <a:latin typeface="Tahoma" panose="020B0604030504040204" pitchFamily="34" charset="0"/>
              </a:rPr>
              <a:t>E-COMMERCE LIVRO</a:t>
            </a:r>
            <a:br>
              <a:rPr lang="pt-BR" altLang="pt-BR" sz="2400" b="1" dirty="0">
                <a:latin typeface="Tahoma" panose="020B0604030504040204" pitchFamily="34" charset="0"/>
              </a:rPr>
            </a:br>
            <a:r>
              <a:rPr lang="pt-BR" altLang="pt-BR" sz="2400" b="1" dirty="0">
                <a:latin typeface="Tahoma" panose="020B0604030504040204" pitchFamily="34" charset="0"/>
              </a:rPr>
              <a:t> </a:t>
            </a:r>
            <a:r>
              <a:rPr lang="pt-BR" altLang="pt-BR" sz="2000" dirty="0">
                <a:solidFill>
                  <a:schemeClr val="tx1"/>
                </a:solidFill>
              </a:rPr>
              <a:t>Laboratório de Engenharia de Software – 5º Semestre - 2025 </a:t>
            </a:r>
            <a:endParaRPr lang="pt-BR" altLang="pt-BR" sz="2000" dirty="0"/>
          </a:p>
        </p:txBody>
      </p:sp>
      <p:sp>
        <p:nvSpPr>
          <p:cNvPr id="4098" name="Text Box 6">
            <a:extLst>
              <a:ext uri="{FF2B5EF4-FFF2-40B4-BE49-F238E27FC236}">
                <a16:creationId xmlns:a16="http://schemas.microsoft.com/office/drawing/2014/main" id="{A709D779-3A37-AB28-4320-59871205F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1300"/>
            <a:ext cx="914400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endParaRPr lang="pt-BR" altLang="pt-BR" sz="2000" dirty="0"/>
          </a:p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endParaRPr lang="pt-BR" altLang="pt-BR" sz="2000" b="1" dirty="0"/>
          </a:p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endParaRPr lang="pt-BR" altLang="pt-BR" sz="2000" b="1" dirty="0"/>
          </a:p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r>
              <a:rPr lang="pt-BR" altLang="pt-BR" sz="2000" b="1" dirty="0"/>
              <a:t>Samuel Assis Bazone</a:t>
            </a:r>
          </a:p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endParaRPr lang="pt-BR" altLang="pt-BR" sz="1800" dirty="0">
              <a:solidFill>
                <a:srgbClr val="0000FF"/>
              </a:solidFill>
            </a:endParaRPr>
          </a:p>
          <a:p>
            <a:pPr algn="ctr" eaLnBrk="1" hangingPunct="1">
              <a:lnSpc>
                <a:spcPct val="80000"/>
              </a:lnSpc>
              <a:spcBef>
                <a:spcPct val="20000"/>
              </a:spcBef>
            </a:pPr>
            <a:endParaRPr lang="pt-BR" altLang="pt-BR" sz="1800" dirty="0"/>
          </a:p>
          <a:p>
            <a:pPr algn="ctr" eaLnBrk="1" hangingPunct="1"/>
            <a:endParaRPr lang="pt-BR" altLang="pt-BR" sz="2000" dirty="0"/>
          </a:p>
          <a:p>
            <a:pPr algn="ctr" eaLnBrk="1" hangingPunct="1"/>
            <a:endParaRPr lang="pt-BR" altLang="pt-BR" sz="2000" dirty="0"/>
          </a:p>
          <a:p>
            <a:pPr algn="ctr" eaLnBrk="1" hangingPunct="1"/>
            <a:endParaRPr lang="pt-BR" altLang="pt-BR" sz="2000" dirty="0"/>
          </a:p>
          <a:p>
            <a:pPr algn="ctr" eaLnBrk="1" hangingPunct="1"/>
            <a:endParaRPr lang="pt-BR" altLang="pt-BR" b="1" dirty="0"/>
          </a:p>
          <a:p>
            <a:pPr algn="ctr" eaLnBrk="1" hangingPunct="1"/>
            <a:endParaRPr lang="pt-BR" altLang="pt-BR" sz="2000" b="1" dirty="0"/>
          </a:p>
          <a:p>
            <a:pPr algn="ctr" eaLnBrk="1" hangingPunct="1"/>
            <a:r>
              <a:rPr lang="pt-BR" altLang="pt-BR" sz="2000" b="1" dirty="0"/>
              <a:t>Análise e Desenvolvimento de Sistemas</a:t>
            </a:r>
          </a:p>
        </p:txBody>
      </p:sp>
      <p:sp>
        <p:nvSpPr>
          <p:cNvPr id="4099" name="Line 9">
            <a:extLst>
              <a:ext uri="{FF2B5EF4-FFF2-40B4-BE49-F238E27FC236}">
                <a16:creationId xmlns:a16="http://schemas.microsoft.com/office/drawing/2014/main" id="{38E42B87-029A-2757-0E18-D08A5E8EE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594995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4100" name="Picture 22">
            <a:extLst>
              <a:ext uri="{FF2B5EF4-FFF2-40B4-BE49-F238E27FC236}">
                <a16:creationId xmlns:a16="http://schemas.microsoft.com/office/drawing/2014/main" id="{1BAAD122-8EDA-A994-C9BB-06CA1093F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88913"/>
            <a:ext cx="3744913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23">
            <a:extLst>
              <a:ext uri="{FF2B5EF4-FFF2-40B4-BE49-F238E27FC236}">
                <a16:creationId xmlns:a16="http://schemas.microsoft.com/office/drawing/2014/main" id="{0B114492-F9D8-11F0-5F91-5DE69A795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549275"/>
            <a:ext cx="47085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>
            <a:extLst>
              <a:ext uri="{FF2B5EF4-FFF2-40B4-BE49-F238E27FC236}">
                <a16:creationId xmlns:a16="http://schemas.microsoft.com/office/drawing/2014/main" id="{5CF01600-9501-FDE6-5408-D6C33FF60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2936" y="18864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89BDE98A-24C2-9291-4DEC-363A0DE9C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ENTREGA – 30/08/2025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0D73EAA-999F-B97C-64A9-7E90C0900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11" y="1158875"/>
            <a:ext cx="8532440" cy="468788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17D22C8-97EC-1560-0833-E7D865C58AE0}"/>
              </a:ext>
            </a:extLst>
          </p:cNvPr>
          <p:cNvSpPr txBox="1"/>
          <p:nvPr/>
        </p:nvSpPr>
        <p:spPr>
          <a:xfrm>
            <a:off x="255626" y="5990861"/>
            <a:ext cx="8532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https://trello.com/b/2b0kenFL/meu-quadro-do-trello</a:t>
            </a:r>
            <a:endParaRPr lang="pt-BR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3">
            <a:extLst>
              <a:ext uri="{FF2B5EF4-FFF2-40B4-BE49-F238E27FC236}">
                <a16:creationId xmlns:a16="http://schemas.microsoft.com/office/drawing/2014/main" id="{D5797716-C44E-1186-D5AD-64B95B688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68960" y="542627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 dirty="0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C04C685D-1520-F7F8-BC5B-0FAFB7437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TEMA – E-COMMERCE LIVROS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7D39B20-0237-86CB-33FD-5F327DD759E5}"/>
              </a:ext>
            </a:extLst>
          </p:cNvPr>
          <p:cNvSpPr txBox="1"/>
          <p:nvPr/>
        </p:nvSpPr>
        <p:spPr>
          <a:xfrm>
            <a:off x="250825" y="1541760"/>
            <a:ext cx="84976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1" dirty="0"/>
              <a:t>O projeto tem como objetivo o desenvolvimento de um sistema de e-commerce para livros, contemplando funcionalidades de cadastro de produtos e clientes, controle de estoque, gerenciamento de vendas eletrônicas e suporte a processos de troca. O sistema oferece mecanismos de pesquisa, filtros de consulta e acompanhamento de pedidos, além de garantir a rastreabilidade de transações e a integridade dos dados.</a:t>
            </a:r>
            <a:br>
              <a:rPr lang="pt-BR" sz="1800" b="1" dirty="0"/>
            </a:br>
            <a:endParaRPr lang="pt-BR" sz="1800" b="1" dirty="0"/>
          </a:p>
          <a:p>
            <a:r>
              <a:rPr lang="pt-BR" sz="1800" b="1" dirty="0"/>
              <a:t>Adicionalmente, o sistema incorpora recursos de análise de vendas e um módulo de recomendação personalizada com IA generativa, permitindo sugerir títulos aos clientes com base em histórico de compras e preferências.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3">
            <a:extLst>
              <a:ext uri="{FF2B5EF4-FFF2-40B4-BE49-F238E27FC236}">
                <a16:creationId xmlns:a16="http://schemas.microsoft.com/office/drawing/2014/main" id="{D4453513-43F9-3669-68F4-F09A1EEB3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288" y="187325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2290" name="Rectangle 4">
            <a:extLst>
              <a:ext uri="{FF2B5EF4-FFF2-40B4-BE49-F238E27FC236}">
                <a16:creationId xmlns:a16="http://schemas.microsoft.com/office/drawing/2014/main" id="{B7BD13C6-77B8-6CEB-53CA-5DA0E695D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Tecnologias</a:t>
            </a:r>
          </a:p>
        </p:txBody>
      </p:sp>
      <p:pic>
        <p:nvPicPr>
          <p:cNvPr id="12292" name="Imagem 4">
            <a:extLst>
              <a:ext uri="{FF2B5EF4-FFF2-40B4-BE49-F238E27FC236}">
                <a16:creationId xmlns:a16="http://schemas.microsoft.com/office/drawing/2014/main" id="{54713BBA-DF75-0306-16BF-447156DB5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835" y="553161"/>
            <a:ext cx="2898775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2" descr="Inserir - PostgreSQL">
            <a:extLst>
              <a:ext uri="{FF2B5EF4-FFF2-40B4-BE49-F238E27FC236}">
                <a16:creationId xmlns:a16="http://schemas.microsoft.com/office/drawing/2014/main" id="{BF14854E-6D2E-C950-2E62-42ED7B770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97" y="3409099"/>
            <a:ext cx="2220912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A747613-9B48-4E36-E974-615402F8E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13" y="1093390"/>
            <a:ext cx="3162733" cy="193516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7CC60EE-F608-D4CD-D27C-BA39E13A2C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8446" y="4285878"/>
            <a:ext cx="4067944" cy="228821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A8DB519-5C15-0916-3A4E-CBD2BAACFC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2885" y="2838764"/>
            <a:ext cx="1591071" cy="1591071"/>
          </a:xfrm>
          <a:prstGeom prst="rect">
            <a:avLst/>
          </a:prstGeom>
        </p:spPr>
      </p:pic>
      <p:pic>
        <p:nvPicPr>
          <p:cNvPr id="5" name="Imagem 4" descr="JavaScript – Wikipédia, a enciclopédia livre">
            <a:extLst>
              <a:ext uri="{FF2B5EF4-FFF2-40B4-BE49-F238E27FC236}">
                <a16:creationId xmlns:a16="http://schemas.microsoft.com/office/drawing/2014/main" id="{206B208F-B4E9-9B6F-9065-03F8BB3BF1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7377" y="2750237"/>
            <a:ext cx="1589335" cy="15893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E629-4C47-86D8-F6EC-5BDB6E9D4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>
            <a:extLst>
              <a:ext uri="{FF2B5EF4-FFF2-40B4-BE49-F238E27FC236}">
                <a16:creationId xmlns:a16="http://schemas.microsoft.com/office/drawing/2014/main" id="{1811AD4C-3E42-6620-0510-2C7591DA2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2936" y="18864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7EAD3068-6B8C-216F-0239-8552C3AF5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ENTREGA – 30/08/2025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85B8467-09FF-6E84-EE5F-9A1D78507B9E}"/>
              </a:ext>
            </a:extLst>
          </p:cNvPr>
          <p:cNvSpPr txBox="1"/>
          <p:nvPr/>
        </p:nvSpPr>
        <p:spPr>
          <a:xfrm>
            <a:off x="255626" y="5990861"/>
            <a:ext cx="8532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https://trello.com/b/2b0kenFL/meu-quadro-do-trello</a:t>
            </a:r>
            <a:endParaRPr lang="pt-BR" dirty="0">
              <a:solidFill>
                <a:schemeClr val="accent2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E81B09-0DC8-316D-1366-B7C437FB4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25" y="1018838"/>
            <a:ext cx="8688012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22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1CCAC-FC1E-3CF9-2088-2A17410DF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- Início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3596CA-2DB3-9A84-17EA-A52C0565A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210708"/>
      </p:ext>
    </p:extLst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DC7EC-5673-19B4-4DB4-7360E277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9594B9-F504-B2FE-FA41-850011502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Cadastrar Cliente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9DFA2E0-7B78-1C26-6DCB-3BD613B15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70663"/>
      </p:ext>
    </p:extLst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63299-DF8E-0096-4C49-6CBF0F4E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301F7-900B-9007-C6BB-2243004F9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189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A9ABE4-EFF0-3FFE-EE3A-3FFBCB562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4821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2959"/>
      </p:ext>
    </p:extLst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6FBDB-66E9-53C9-5FBA-6BBB948BB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C4835-94ED-0FD0-C9FE-0FFAEC42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Cartões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5C2088-06F9-F804-1277-6EFE9A750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475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02546"/>
      </p:ext>
    </p:extLst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2BFDC-02BF-24D1-6729-91AD88FF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52B74-8C5B-DF48-2274-99906E5F9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Listar Clientes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E5E96F-D878-6036-065E-2A6521564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63877"/>
      </p:ext>
    </p:extLst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71FA7-B224-BE42-E094-CE071EE1B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0AE27-86DF-FE9E-2B88-D8A0494AE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Listar Clientes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E580FB1-916E-5022-76DB-FC62DA524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96378"/>
      </p:ext>
    </p:extLst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10364-9167-D507-5189-FE71647C9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8C84B-725E-5E66-591A-1B1E2422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605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Listar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30647CE-91EB-8E3F-950B-E4D7BB875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" y="116833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28535"/>
      </p:ext>
    </p:extLst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51D0-18C0-272C-8E90-4C37CD7E1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4E10A-3FBB-0C38-256D-AAE20A310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Listar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4D21AB7-D37B-A50C-C694-DF94ED503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805" y="1235552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563985"/>
      </p:ext>
    </p:extLst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F407B-63DC-0E82-AAEC-96835B61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5C10E-152B-9BD9-BE98-85DAE0CE5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614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Listar Cartões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9617CE3-4523-321B-706B-E5A0FE4E7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944156"/>
      </p:ext>
    </p:extLst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B3BB4-11D7-E095-ACA9-DBE5AB73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31908-51A8-C995-19A6-A8039DACD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Listar Cartões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FAF1A34-A45C-9032-0BAA-62C0D721E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264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84744"/>
      </p:ext>
    </p:extLst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ECDF8-DF94-0DEF-0806-5214FD9DB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7B437-E8C0-AAE5-1334-E0D89F1D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Alterar Senha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A595122-27F5-B825-BCA1-1A233BE25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54550"/>
      </p:ext>
    </p:extLst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43913-81E1-EA46-7CAB-EC7347494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>
            <a:extLst>
              <a:ext uri="{FF2B5EF4-FFF2-40B4-BE49-F238E27FC236}">
                <a16:creationId xmlns:a16="http://schemas.microsoft.com/office/drawing/2014/main" id="{A008825E-A54A-C0D6-9741-D24BC03C4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2936" y="18864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94DE58CB-977E-367C-D85F-973812EE0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ENTREGA </a:t>
            </a:r>
            <a:r>
              <a:rPr lang="pt-BR" altLang="pt-BR" sz="3200" b="1"/>
              <a:t>– 02/09/2025</a:t>
            </a:r>
            <a:endParaRPr lang="pt-BR" altLang="pt-BR" sz="32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4D1A4EF-EB0E-0AC8-7D4C-F33E377B3BE0}"/>
              </a:ext>
            </a:extLst>
          </p:cNvPr>
          <p:cNvSpPr txBox="1"/>
          <p:nvPr/>
        </p:nvSpPr>
        <p:spPr>
          <a:xfrm>
            <a:off x="255626" y="5990861"/>
            <a:ext cx="8532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https://trello.com/b/2b0kenFL/meu-quadro-do-trello</a:t>
            </a:r>
            <a:endParaRPr lang="pt-BR" dirty="0">
              <a:solidFill>
                <a:schemeClr val="accent2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BBA5D9B-BE4A-F01B-52CD-BCB038C2D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230" y="1171260"/>
            <a:ext cx="8697539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611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5D00-4C6A-794D-8312-CA44A6B8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51110E-2D57-80BC-06F0-007FF150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Sistema de Livros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42B3DB-7E9B-B503-C543-E629C28C5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3997"/>
            <a:ext cx="9144000" cy="488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93103"/>
      </p:ext>
    </p:extLst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D7247-BC12-4CFB-67DA-A731DA2BF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9609E-3743-F960-C05C-AEB9AFB9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Cadastro de Livro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00A14C-DF94-0F33-3D61-367230701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90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52410"/>
      </p:ext>
    </p:extLst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5DA41-FBBA-DB67-C2E4-CBA70BF8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ACFF6-8FB5-27AF-5D14-4DE5141A1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Cadastro de Livros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E31DEF-6E04-13AB-B7DB-D41EEC0E9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9876"/>
            <a:ext cx="9144000" cy="49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580010"/>
      </p:ext>
    </p:extLst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F3FE0-D547-F3BC-F57D-FE4E49214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2BBE2-80B1-4014-F964-23B427A04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Consultar Livros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C3DCD05-806D-091A-7D3F-AA0218278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" y="1268760"/>
            <a:ext cx="9144000" cy="484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56422"/>
      </p:ext>
    </p:extLst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DE7B-E33B-515B-98D0-BD096DBC4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62ED3-CD92-DBED-226B-53A3E1916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Gerenciador de Vendas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7BCF027-A23D-5436-7CE2-F62C20D3F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87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65447"/>
      </p:ext>
    </p:extLst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C621C-9A66-7775-069A-A48A8DA1C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4E5DF-AD9B-744E-8399-64D69A8B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Produtos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458391A-7023-3ED6-8A03-7F3EE7657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79" y="1283070"/>
            <a:ext cx="9144000" cy="488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499537"/>
      </p:ext>
    </p:extLst>
  </p:cSld>
  <p:clrMapOvr>
    <a:masterClrMapping/>
  </p:clrMapOvr>
  <p:transition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D11A0-C973-C99F-176B-E2948199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D4A0-1185-36F8-B547-F1B73D86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Carrinho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662A87B-7467-B1CC-E425-519713E43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8725"/>
            <a:ext cx="9144000" cy="489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3525"/>
      </p:ext>
    </p:extLst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EE9E5-9CA0-3393-3BEF-38E939CB9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61241-32AC-CEEC-542D-C4AB8DDA3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Carrinho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19E019B-25C0-2EAE-B2EA-C39B6A41B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" y="1244027"/>
            <a:ext cx="9144000" cy="488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28845"/>
      </p:ext>
    </p:extLst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72013-FE0A-75DA-5237-D9618848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5225E-50DD-A3C3-9A9F-CF93C7DA6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Carrinho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F0269E3-3688-885C-5CEB-49C5F2B04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0459"/>
            <a:ext cx="9144000" cy="483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08837"/>
      </p:ext>
    </p:extLst>
  </p:cSld>
  <p:clrMapOvr>
    <a:masterClrMapping/>
  </p:clrMapOvr>
  <p:transition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01DE8-3059-7C13-86F8-3BF252231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B7254-D185-8F3E-5C5F-6971B2E0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Carrinho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E69BA7-6E15-175E-7770-9ADEB30DD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7" y="1290883"/>
            <a:ext cx="9144000" cy="483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91866"/>
      </p:ext>
    </p:extLst>
  </p:cSld>
  <p:clrMapOvr>
    <a:masterClrMapping/>
  </p:clrMapOvr>
  <p:transition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D4D6-EF46-12D1-DAFC-DD8542AD9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DD67F-9525-A96F-D8CA-9F5EF4836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Carrinho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0D37BD-EF73-E3A4-0CF2-0BE9C57A6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90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9175"/>
      </p:ext>
    </p:extLst>
  </p:cSld>
  <p:clrMapOvr>
    <a:masterClrMapping/>
  </p:clrMapOvr>
  <p:transition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843ED-B1B3-CB79-A367-6F8113179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3D2E80-B712-2262-53A6-AAE90DD33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Meus Pedidos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8D9E95-2E5D-29D9-3954-06341D17F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4" y="1268760"/>
            <a:ext cx="9144000" cy="488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47869"/>
      </p:ext>
    </p:extLst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51CAD-0345-D7B0-EC13-9C33E4E42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EF5F6-CF63-E930-4C37-8FD9DD9E1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Meus Pedidos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43B6A5-65C1-6E81-3D38-BB0D505F1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92304"/>
      </p:ext>
    </p:extLst>
  </p:cSld>
  <p:clrMapOvr>
    <a:masterClrMapping/>
  </p:clrMapOvr>
  <p:transition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C8EE-C1B8-55FF-B6E2-BC941DFC8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E0FC2-C87F-8DBE-9F7C-51E46CB4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Meus Pedidos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8BB6EB1-DF26-91CC-935A-71E09139E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7091"/>
            <a:ext cx="9144000" cy="497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607774"/>
      </p:ext>
    </p:extLst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E03B-854D-3AC1-2B96-33F12291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A23C0-C28F-4A95-9202-84DA3423E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Admin (Vendas)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5A54939-DDE9-631E-6A9B-384502E78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89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633147"/>
      </p:ext>
    </p:extLst>
  </p:cSld>
  <p:clrMapOvr>
    <a:masterClrMapping/>
  </p:clrMapOvr>
  <p:transition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1DE32-7D12-5FC2-F30C-7E20BDE48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D2C70-4704-CC89-6295-CE45CF88C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Admin (Vendas)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80D6A3E-7393-C631-C084-2EDBAEFAF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91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505403"/>
      </p:ext>
    </p:extLst>
  </p:cSld>
  <p:clrMapOvr>
    <a:masterClrMapping/>
  </p:clrMapOvr>
  <p:transition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768DD-B40B-8202-D5F2-D26A13CD6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D6998-A655-21E2-FD8F-DE74A3CD5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Admin (Vendas)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9A472E-57B0-E659-B59B-EC8C5AE13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0006"/>
            <a:ext cx="9144000" cy="488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30516"/>
      </p:ext>
    </p:extLst>
  </p:cSld>
  <p:clrMapOvr>
    <a:masterClrMapping/>
  </p:clrMapOvr>
  <p:transition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3BB7-A0BE-E06C-7D9D-43869E2F1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484EB-DF0A-CEDF-4129-326D77FCC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Estoque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12126B5-75C7-0693-5223-A67AD6045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8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35971"/>
      </p:ext>
    </p:extLst>
  </p:cSld>
  <p:clrMapOvr>
    <a:masterClrMapping/>
  </p:clrMapOvr>
  <p:transition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66E2-CAAC-9888-4575-A107D4B49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3DEAF-1F15-D3F1-47FC-F244D0192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Entrada em Estoque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44A6D7A-8C26-A8B3-8DE9-B163856AA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95178"/>
      </p:ext>
    </p:extLst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07717-ADC0-D161-5B48-710F2CD4C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E3E3E-2A8F-7A5D-2A19-77530466C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Consultar Estoque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FA2244-4752-82C4-51EE-BF983AAE0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" y="1268760"/>
            <a:ext cx="9144000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00581"/>
      </p:ext>
    </p:extLst>
  </p:cSld>
  <p:clrMapOvr>
    <a:masterClrMapping/>
  </p:clrMapOvr>
  <p:transition advClick="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898BA-5A0C-5E3F-53D4-6F9CA0D7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C5654-3D91-7642-87FF-C365B6579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Consultar Estoque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9235D43-9C60-F093-757F-E06B0C35B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752"/>
            <a:ext cx="9144000" cy="510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29536"/>
      </p:ext>
    </p:extLst>
  </p:cSld>
  <p:clrMapOvr>
    <a:masterClrMapping/>
  </p:clrMapOvr>
  <p:transition advClick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168AD-C0ED-111C-551A-4F6398166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33F96-CCBA-0F2E-E7B5-DD8A7D9B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Reentrada de Estoque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4678D2-2502-5016-DCB0-941EC90FF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70439"/>
      </p:ext>
    </p:extLst>
  </p:cSld>
  <p:clrMapOvr>
    <a:masterClrMapping/>
  </p:clrMapOvr>
  <p:transition advClick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CE13D-5FE9-D699-C96E-CC93AAE56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8D2CF-C87B-B214-621B-21EC5B84A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IA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59DA358-6F0D-E152-BBEB-8ABF0C62F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46689"/>
      </p:ext>
    </p:extLst>
  </p:cSld>
  <p:clrMapOvr>
    <a:masterClrMapping/>
  </p:clrMapOvr>
  <p:transition advClick="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A8D36-C3D3-AA28-7683-661BD8A0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69D19-7DB4-835C-8EAC-154B1547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Recomendações IA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6F5DAA0-0298-4CB9-D05D-7C8AC5B2C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751"/>
            <a:ext cx="9144000" cy="509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355048"/>
      </p:ext>
    </p:extLst>
  </p:cSld>
  <p:clrMapOvr>
    <a:masterClrMapping/>
  </p:clrMapOvr>
  <p:transition advClick="0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EC505-CFE2-26A9-0BCF-2D6830C5C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E83543-D07B-1FE7-5FF1-605E2E4A2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</a:t>
            </a:r>
            <a:r>
              <a:rPr lang="pt-BR" dirty="0" err="1"/>
              <a:t>Chatbot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D620D89-56BB-C663-EBCE-E916F9747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58489"/>
      </p:ext>
    </p:extLst>
  </p:cSld>
  <p:clrMapOvr>
    <a:masterClrMapping/>
  </p:clrMapOvr>
  <p:transition advClick="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CB85A-B1B9-C8D2-5A36-1E8B1E183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9DEFC-115B-B7FE-CC9A-32EFF0566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Histórico e Preferências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D9F66F8-8758-0C7A-3449-66AE8B069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59"/>
            <a:ext cx="9144000" cy="499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42385"/>
      </p:ext>
    </p:extLst>
  </p:cSld>
  <p:clrMapOvr>
    <a:masterClrMapping/>
  </p:clrMapOvr>
  <p:transition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6CFFC-4297-F66E-CB60-6E447527F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28083-0B28-ACE5-C03A-F457F4F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Análise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F2C897-BFC5-F02C-B948-D74FF43B6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92033"/>
      </p:ext>
    </p:extLst>
  </p:cSld>
  <p:clrMapOvr>
    <a:masterClrMapping/>
  </p:clrMapOvr>
  <p:transition advClick="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4949E-2A8C-46E3-B059-6EE1B02B3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1CB60-BCFE-4F9F-A705-5304DECAF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Análise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E6C213-8245-E801-44DA-2F30F2135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761067"/>
      </p:ext>
    </p:extLst>
  </p:cSld>
  <p:clrMapOvr>
    <a:masterClrMapping/>
  </p:clrMapOvr>
  <p:transition advClick="0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810EE-410C-D320-F2F9-812EE6620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>
            <a:extLst>
              <a:ext uri="{FF2B5EF4-FFF2-40B4-BE49-F238E27FC236}">
                <a16:creationId xmlns:a16="http://schemas.microsoft.com/office/drawing/2014/main" id="{E8CB6F0C-C9A7-6BAF-2CD2-93984B8DC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2936" y="18864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FA61B673-87D9-47E9-2676-E2C92CD3E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ENTREGA – 09/09/2025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D070994-484E-1638-2FE0-2C098805CAB8}"/>
              </a:ext>
            </a:extLst>
          </p:cNvPr>
          <p:cNvSpPr txBox="1"/>
          <p:nvPr/>
        </p:nvSpPr>
        <p:spPr>
          <a:xfrm>
            <a:off x="255626" y="5990861"/>
            <a:ext cx="8532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https://trello.com/b/2b0kenFL/meu-quadro-do-trello</a:t>
            </a:r>
            <a:endParaRPr lang="pt-BR" dirty="0">
              <a:solidFill>
                <a:schemeClr val="accent2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85A6294-92FD-7AC0-E2A7-4FC0223F3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94" y="1056944"/>
            <a:ext cx="8688012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0374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CEF39-389C-F452-79E0-998B1AEA0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>
            <a:extLst>
              <a:ext uri="{FF2B5EF4-FFF2-40B4-BE49-F238E27FC236}">
                <a16:creationId xmlns:a16="http://schemas.microsoft.com/office/drawing/2014/main" id="{DA9CA125-0B28-68CE-84B5-590F73FC2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2936" y="18864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97C26269-8146-1670-DF3D-4CFCFEB7F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Estrutura dos Arquivos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F9BF3EC-3BCC-0482-9E7E-003D7B16C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340768"/>
            <a:ext cx="2353003" cy="439163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21AC558-826C-AAB4-36F4-59799604D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727" y="1158875"/>
            <a:ext cx="2177392" cy="514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EE712-AD3D-4371-DC1F-8B764988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A18E2-D427-2286-EB4B-D8F226E1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Início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62B54EC-D43B-4393-2D7B-2A6DE01CD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744"/>
            <a:ext cx="9144000" cy="516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814197"/>
      </p:ext>
    </p:extLst>
  </p:cSld>
  <p:clrMapOvr>
    <a:masterClrMapping/>
  </p:clrMapOvr>
  <p:transition advClick="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76B5-7F1A-11FA-A16D-655C9FB0B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2100-CD3E-6A39-4718-778F61EA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Cadastrar Clientes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15A3952-40EB-97F7-9315-1A6D9864B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08107"/>
      </p:ext>
    </p:extLst>
  </p:cSld>
  <p:clrMapOvr>
    <a:masterClrMapping/>
  </p:clrMapOvr>
  <p:transition advClick="0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33F7-DD96-9ED9-78F5-64ABC302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EE491-42DE-5D63-ABE5-69CE8729C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Clientes (cadastro)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E4B0CE-3D11-8F53-EAC1-8D0EADB0E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193486"/>
      </p:ext>
    </p:extLst>
  </p:cSld>
  <p:clrMapOvr>
    <a:masterClrMapping/>
  </p:clrMapOvr>
  <p:transition advClick="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A5A91-C187-CFEB-BA10-FA747EC4B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400FE-9EE1-11AE-9B02-0320C24F2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96271D9-19E9-D9C1-0526-E08BEC68D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61501"/>
      </p:ext>
    </p:extLst>
  </p:cSld>
  <p:clrMapOvr>
    <a:masterClrMapping/>
  </p:clrMapOvr>
  <p:transition advClick="0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08F84-7711-3850-0D08-082BB1520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2AF3F-D688-7FE5-B514-06F8BEDC9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Endereços (cadastro)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9A1B33-B6D7-3BA3-315B-9055A1D15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51618"/>
      </p:ext>
    </p:extLst>
  </p:cSld>
  <p:clrMapOvr>
    <a:masterClrMapping/>
  </p:clrMapOvr>
  <p:transition advClick="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DCBD0-81F6-8BB5-4152-6799F5FBB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B01F5-3267-2D98-4FC6-E3C4D1B73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Cartões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CF2CE4B-90F1-E4CC-072B-71F714EEF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1427"/>
      </p:ext>
    </p:extLst>
  </p:cSld>
  <p:clrMapOvr>
    <a:masterClrMapping/>
  </p:clrMapOvr>
  <p:transition advClick="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3B77B-D59D-E3D3-F130-B3E341E2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E1B00-FC96-3E97-21AB-224FE3B16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Cartões (cadastro)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F9EE622-DBF2-4579-9A23-52C823C34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3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612330"/>
      </p:ext>
    </p:extLst>
  </p:cSld>
  <p:clrMapOvr>
    <a:masterClrMapping/>
  </p:clrMapOvr>
  <p:transition advClick="0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10A16-EC77-B383-EDBC-08820AB8E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799B8-729A-83C4-16B7-188D09248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Clientes (listagem)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16B410B-1A51-07D8-0376-54FD04464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089057"/>
      </p:ext>
    </p:extLst>
  </p:cSld>
  <p:clrMapOvr>
    <a:masterClrMapping/>
  </p:clrMapOvr>
  <p:transition advClick="0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DAA62-2911-72BD-E285-8388D73C2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4D0A2-2CD3-D00D-96E4-D5E3AA509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Clientes (filtro)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2ED066C-4CBF-65BD-F761-A060FC3EC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56129"/>
      </p:ext>
    </p:extLst>
  </p:cSld>
  <p:clrMapOvr>
    <a:masterClrMapping/>
  </p:clrMapOvr>
  <p:transition advClick="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67283-D3EA-9004-8A93-2AE764E9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8A55C-EF02-6162-B998-BCADA569A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Clientes (editar)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E5C49A9-47AC-0707-CC92-1DC59921F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42829"/>
      </p:ext>
    </p:extLst>
  </p:cSld>
  <p:clrMapOvr>
    <a:masterClrMapping/>
  </p:clrMapOvr>
  <p:transition advClick="0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8DF80-CEAA-0839-B697-3E36AB471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8C1CA-269F-0504-8892-4E4D48AF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Clientes (remover)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2FF2F0-304B-1FF8-48B7-7596423C8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660847"/>
      </p:ext>
    </p:extLst>
  </p:cSld>
  <p:clrMapOvr>
    <a:masterClrMapping/>
  </p:clrMapOvr>
  <p:transition advClick="0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D0AF1-642E-C4D5-42D4-882784AA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BFD01-54CE-FE86-A6FB-049259D49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Endereço (listagem)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8D3E8B-06D1-3B26-9BD3-2F9E2A7E8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50157"/>
      </p:ext>
    </p:extLst>
  </p:cSld>
  <p:clrMapOvr>
    <a:masterClrMapping/>
  </p:clrMapOvr>
  <p:transition advClick="0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7EE32-4275-D83C-02A2-556D0050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23401-47D3-78A6-4EC2-145553CF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Endereço (editar)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F4F21A-AF80-DE78-6D55-5E69E8B80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59"/>
            <a:ext cx="9144000" cy="502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61123"/>
      </p:ext>
    </p:extLst>
  </p:cSld>
  <p:clrMapOvr>
    <a:masterClrMapping/>
  </p:clrMapOvr>
  <p:transition advClick="0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6AA2A-75C8-7288-7DFC-1C1EB8C4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0D1F6-3A1D-D115-CB35-83F91F252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Cartões (listagem)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6E14E7-CA9A-1B00-517B-A348D4AF0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79768"/>
      </p:ext>
    </p:extLst>
  </p:cSld>
  <p:clrMapOvr>
    <a:masterClrMapping/>
  </p:clrMapOvr>
  <p:transition advClick="0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B1688-6AF3-12E6-E00D-0132872AD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835FD-FCFD-E1B2-318F-3B6C2436F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Cartões (editar)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4784BB-FAFD-CFF3-ECFB-DC5931B22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05020"/>
      </p:ext>
    </p:extLst>
  </p:cSld>
  <p:clrMapOvr>
    <a:masterClrMapping/>
  </p:clrMapOvr>
  <p:transition advClick="0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C5EE8-D73D-31D6-E757-3216CF3C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2A79D-F55E-BA1D-162F-8F949810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Alterar senha (sem login)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E2E84A-7679-70C6-55BC-7F459FB54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25710"/>
      </p:ext>
    </p:extLst>
  </p:cSld>
  <p:clrMapOvr>
    <a:masterClrMapping/>
  </p:clrMapOvr>
  <p:transition advClick="0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6AF99-9786-49DC-83EA-68E360BB5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B364A-F6C9-50A7-DAB8-FFEB0188C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Alterar Senha (sucesso)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79AF34B-0C23-DCA0-ECDE-0103D7253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59"/>
            <a:ext cx="9144000" cy="502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30796"/>
      </p:ext>
    </p:extLst>
  </p:cSld>
  <p:clrMapOvr>
    <a:masterClrMapping/>
  </p:clrMapOvr>
  <p:transition advClick="0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0BE5-86EA-EDC0-9681-C74EBBB49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>
            <a:extLst>
              <a:ext uri="{FF2B5EF4-FFF2-40B4-BE49-F238E27FC236}">
                <a16:creationId xmlns:a16="http://schemas.microsoft.com/office/drawing/2014/main" id="{F463D80B-D1E6-62B2-770D-569651CE0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2936" y="18864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D158A655-9CA1-0149-4825-AA19654A1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ENTREGA – 09/09/2025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5BE5E50-6EBC-760C-C21E-D6869522D947}"/>
              </a:ext>
            </a:extLst>
          </p:cNvPr>
          <p:cNvSpPr txBox="1"/>
          <p:nvPr/>
        </p:nvSpPr>
        <p:spPr>
          <a:xfrm>
            <a:off x="255626" y="5990861"/>
            <a:ext cx="8532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https://trello.com/b/2b0kenFL/meu-quadro-do-trello</a:t>
            </a:r>
            <a:endParaRPr lang="pt-BR" dirty="0">
              <a:solidFill>
                <a:schemeClr val="accent2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B9BB94E-D113-5462-D3C1-0D92E4BB9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24" y="1158874"/>
            <a:ext cx="8425631" cy="47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541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03C69-647F-1694-1D3C-62448F5A8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5D21D-FE26-0F0E-22E8-DE871142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7E63B1B-3A31-3464-DE50-BD6B25895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138802"/>
            <a:ext cx="5328592" cy="526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082643"/>
      </p:ext>
    </p:extLst>
  </p:cSld>
  <p:clrMapOvr>
    <a:masterClrMapping/>
  </p:clrMapOvr>
  <p:transition advClick="0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543A5-D542-4DB4-A281-03DB74AD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FE386-C79A-48A9-9DBF-150E830C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7D6E902-CCFE-37BB-D28A-6EBEC0D3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268760"/>
            <a:ext cx="5760640" cy="515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53255"/>
      </p:ext>
    </p:extLst>
  </p:cSld>
  <p:clrMapOvr>
    <a:masterClrMapping/>
  </p:clrMapOvr>
  <p:transition advClick="0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3F628-B277-A2B8-44AF-EFB6346E0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4BD22-6A02-E71C-96EF-A2A9CEAC7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94E305C-1FCA-EB4D-E5E6-7E443E1CA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56792"/>
            <a:ext cx="7062100" cy="433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15707"/>
      </p:ext>
    </p:extLst>
  </p:cSld>
  <p:clrMapOvr>
    <a:masterClrMapping/>
  </p:clrMapOvr>
  <p:transition advClick="0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D1FC6-FF1A-E84E-A11F-4BE5B402B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0D10A-60A3-7178-8EAB-922EFDDAD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3F7379-B9F0-A489-0193-2CC8FBE8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668" y="1268760"/>
            <a:ext cx="5686664" cy="507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68730"/>
      </p:ext>
    </p:extLst>
  </p:cSld>
  <p:clrMapOvr>
    <a:masterClrMapping/>
  </p:clrMapOvr>
  <p:transition advClick="0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DE15E-1B46-506A-9DA1-1F07B250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640D0-81CA-2DD4-5811-14770F5AC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03A19A-D775-8780-8EAA-7AC2DA61D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309" y="1184653"/>
            <a:ext cx="5263381" cy="522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15037"/>
      </p:ext>
    </p:extLst>
  </p:cSld>
  <p:clrMapOvr>
    <a:masterClrMapping/>
  </p:clrMapOvr>
  <p:transition advClick="0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D41E1-5F13-360F-ED30-911723FEA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548CEF-45AD-BD62-CD35-707F82F64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8B0393-F8F9-30E3-4BBB-3C54CCB4B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153" y="1244830"/>
            <a:ext cx="6763694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05800"/>
      </p:ext>
    </p:extLst>
  </p:cSld>
  <p:clrMapOvr>
    <a:masterClrMapping/>
  </p:clrMapOvr>
  <p:transition advClick="0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A7C62-A26A-E94D-088A-704F85E6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372B9-F153-B351-CBB7-1EED22ED0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17F4B3-823F-F0CB-CFBB-F184FA46D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166" y="1271764"/>
            <a:ext cx="4911668" cy="502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0726"/>
      </p:ext>
    </p:extLst>
  </p:cSld>
  <p:clrMapOvr>
    <a:masterClrMapping/>
  </p:clrMapOvr>
  <p:transition advClick="0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7D3E9-0EAE-F5CE-5253-9132242C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E1FAAE-2F0B-CCA5-B77B-8B5F07D59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6A3D6E-E830-A1C2-3DA0-21101A2DC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136" y="1201835"/>
            <a:ext cx="6081727" cy="517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63710"/>
      </p:ext>
    </p:extLst>
  </p:cSld>
  <p:clrMapOvr>
    <a:masterClrMapping/>
  </p:clrMapOvr>
  <p:transition advClick="0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ACF28-6DCB-575F-693D-2DCE4842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4AF25-161E-7065-9013-BFBE5C39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AD57BE-71C7-4199-DBBF-A6AF46041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264" y="1389162"/>
            <a:ext cx="5095471" cy="499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17972"/>
      </p:ext>
    </p:extLst>
  </p:cSld>
  <p:clrMapOvr>
    <a:masterClrMapping/>
  </p:clrMapOvr>
  <p:transition advClick="0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3D52-BC7F-0BB8-01F4-1B3F7F2E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C28F1-AAF3-11D1-3254-ED2B6BA29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D41BDF-5CFC-9F63-7E1E-6F0C0DB6C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384" y="1185270"/>
            <a:ext cx="4615231" cy="520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240139"/>
      </p:ext>
    </p:extLst>
  </p:cSld>
  <p:clrMapOvr>
    <a:masterClrMapping/>
  </p:clrMapOvr>
  <p:transition advClick="0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AB81-A93B-3E13-3E23-10E5BA9F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60237-F952-F316-EB2B-89295E9AD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F103110-A77B-CA45-30B0-7F78D7942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653" y="1279554"/>
            <a:ext cx="6220693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338459"/>
      </p:ext>
    </p:extLst>
  </p:cSld>
  <p:clrMapOvr>
    <a:masterClrMapping/>
  </p:clrMapOvr>
  <p:transition advClick="0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7FA4B-B9B2-F0B8-6231-B3ACB9E8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B602D-A108-2D99-F25C-8ECA980D4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F1D4BC7-95E2-3816-9957-623729200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764" y="1340768"/>
            <a:ext cx="5276471" cy="485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71088"/>
      </p:ext>
    </p:extLst>
  </p:cSld>
  <p:clrMapOvr>
    <a:masterClrMapping/>
  </p:clrMapOvr>
  <p:transition advClick="0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9AAD9-2DCE-33BB-270E-33C99251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292D0-BE2D-2348-B37E-B9C1D28F9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- Cadastro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F52CAA-9A1D-72FD-9055-7112A2BD8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47" y="1268760"/>
            <a:ext cx="7201905" cy="50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25290"/>
      </p:ext>
    </p:extLst>
  </p:cSld>
  <p:clrMapOvr>
    <a:masterClrMapping/>
  </p:clrMapOvr>
  <p:transition advClick="0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41BB1-5DA4-A595-991C-E8E9E196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81C19-3128-4896-6278-A09A71A34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6C780D9-4CDF-14C9-DFC8-1A1641C3C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403" y="1115059"/>
            <a:ext cx="5781193" cy="526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22824"/>
      </p:ext>
    </p:extLst>
  </p:cSld>
  <p:clrMapOvr>
    <a:masterClrMapping/>
  </p:clrMapOvr>
  <p:transition advClick="0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9D573-025D-E246-6FD6-E576A7388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3638A-B340-422F-64AC-41B35C86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5AF519A-3706-F4FF-8072-1B046FDCD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79" y="1196752"/>
            <a:ext cx="6744641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15896"/>
      </p:ext>
    </p:extLst>
  </p:cSld>
  <p:clrMapOvr>
    <a:masterClrMapping/>
  </p:clrMapOvr>
  <p:transition advClick="0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0D6D-5C8D-FE46-DE8F-8609DAE2D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0398B-2DBC-AC51-8FD0-D59E322D3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5C91748-734C-7ECA-5D66-20891D880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811" y="1196752"/>
            <a:ext cx="6830378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95933"/>
      </p:ext>
    </p:extLst>
  </p:cSld>
  <p:clrMapOvr>
    <a:masterClrMapping/>
  </p:clrMapOvr>
  <p:transition advClick="0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3F118-5650-670A-FA18-120C7E6E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70CC8-5879-5A36-78E2-BDC8C25D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2F4CA2B-888E-9FC7-409D-5A1EB2A9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58" y="1268760"/>
            <a:ext cx="7049484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79663"/>
      </p:ext>
    </p:extLst>
  </p:cSld>
  <p:clrMapOvr>
    <a:masterClrMapping/>
  </p:clrMapOvr>
  <p:transition advClick="0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A7E3-A527-B95D-2530-5DEC6686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673A0-ABAB-5CA5-5B08-7452053A2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2D4244-9C7E-01C1-7BB3-E635DD1A2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163" y="1184862"/>
            <a:ext cx="5099673" cy="520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06491"/>
      </p:ext>
    </p:extLst>
  </p:cSld>
  <p:clrMapOvr>
    <a:masterClrMapping/>
  </p:clrMapOvr>
  <p:transition advClick="0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AFD3C-FBF1-19B1-47D3-91E0A2D6C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B969A-0D3D-E25A-05DC-2B8BC4DF3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AEE502B-0F0D-8BBA-F60C-7BB44FFAC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93" y="1124744"/>
            <a:ext cx="6931813" cy="513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900982"/>
      </p:ext>
    </p:extLst>
  </p:cSld>
  <p:clrMapOvr>
    <a:masterClrMapping/>
  </p:clrMapOvr>
  <p:transition advClick="0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CD33B-C9C4-F65D-EBD1-0494F4D8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F8677-0C86-8295-208C-5F62EC592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B0FC862-6D8E-250A-575A-CBE4516D2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436" y="1181375"/>
            <a:ext cx="6083127" cy="520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99947"/>
      </p:ext>
    </p:extLst>
  </p:cSld>
  <p:clrMapOvr>
    <a:masterClrMapping/>
  </p:clrMapOvr>
  <p:transition advClick="0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46EEA-3DEA-F478-2A13-A49D358D4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175E9-FA91-AF8E-A360-8140AE4AD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BA69C5-452B-0C70-804B-17178EB4B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58" y="1371313"/>
            <a:ext cx="7049484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650929"/>
      </p:ext>
    </p:extLst>
  </p:cSld>
  <p:clrMapOvr>
    <a:masterClrMapping/>
  </p:clrMapOvr>
  <p:transition advClick="0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7577-5CC6-F907-E65D-519FA2D5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8B57A-593B-38E2-4075-661953833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BDCC6C9-481A-7781-17E0-EB3D73FED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42" y="1052736"/>
            <a:ext cx="7097115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64490"/>
      </p:ext>
    </p:extLst>
  </p:cSld>
  <p:clrMapOvr>
    <a:masterClrMapping/>
  </p:clrMapOvr>
  <p:transition advClick="0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770F-0500-FE92-AD66-025AB82A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5E2EC-BF1C-BB13-6BE4-EBCA4CF8F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A1B1397-37D4-5753-2438-03CA1260F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21" y="1599944"/>
            <a:ext cx="6677957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49923"/>
      </p:ext>
    </p:extLst>
  </p:cSld>
  <p:clrMapOvr>
    <a:masterClrMapping/>
  </p:clrMapOvr>
  <p:transition advClick="0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C59DF-564B-BE3E-9FE1-B59F3045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93BA2-0B48-C0BC-4347-E834AF39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68B7C3B-5812-4289-8577-5092312C1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864" y="1124744"/>
            <a:ext cx="6430272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18497"/>
      </p:ext>
    </p:extLst>
  </p:cSld>
  <p:clrMapOvr>
    <a:masterClrMapping/>
  </p:clrMapOvr>
  <p:transition advClick="0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8EB3-7FFB-E04B-9E06-326564AA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242EF-903C-78EC-3B97-A4E9F7FFF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357E92F-E200-9A04-EEBC-D01459153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682" y="1137221"/>
            <a:ext cx="4442636" cy="521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10543"/>
      </p:ext>
    </p:extLst>
  </p:cSld>
  <p:clrMapOvr>
    <a:masterClrMapping/>
  </p:clrMapOvr>
  <p:transition advClick="0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4E841-F811-8890-7830-F9C92DD71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D444F-54D8-DBC5-EB9E-4EA09B9D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1D76D1E-B401-81A5-1895-2E9586B9D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022" y="2366814"/>
            <a:ext cx="5229955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61018"/>
      </p:ext>
    </p:extLst>
  </p:cSld>
  <p:clrMapOvr>
    <a:masterClrMapping/>
  </p:clrMapOvr>
  <p:transition advClick="0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7CF2-7504-87B9-4C7C-B674562E6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11C99-323A-6018-3308-1B4E44F6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21605E3-47B1-50C1-5456-87ED379D8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548" y="1243385"/>
            <a:ext cx="4500904" cy="481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72003"/>
      </p:ext>
    </p:extLst>
  </p:cSld>
  <p:clrMapOvr>
    <a:masterClrMapping/>
  </p:clrMapOvr>
  <p:transition advClick="0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F68D5-57A2-2892-A56B-C5203A0BF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EFD71-D30E-AFDD-3752-CCAD68338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031ED59-1B0E-3BF8-EE4F-F2840A751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669" y="1124744"/>
            <a:ext cx="5802661" cy="512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69529"/>
      </p:ext>
    </p:extLst>
  </p:cSld>
  <p:clrMapOvr>
    <a:masterClrMapping/>
  </p:clrMapOvr>
  <p:transition advClick="0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599FB-F7BF-3B1A-C035-779A4E62A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B153C-1A63-6F84-902D-6A70B735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8F8C389-0DE6-FF69-15A6-BB2089B07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864" y="1052736"/>
            <a:ext cx="5140271" cy="517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72112"/>
      </p:ext>
    </p:extLst>
  </p:cSld>
  <p:clrMapOvr>
    <a:masterClrMapping/>
  </p:clrMapOvr>
  <p:transition advClick="0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8D0D-636E-A149-66A8-6DD82E05B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B7A817-F869-75A1-6D3A-66799DA4A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202870F-2321-9BA4-B9C4-6D93A2741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380" y="1124744"/>
            <a:ext cx="5831240" cy="511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07522"/>
      </p:ext>
    </p:extLst>
  </p:cSld>
  <p:clrMapOvr>
    <a:masterClrMapping/>
  </p:clrMapOvr>
  <p:transition advClick="0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0E8B6-CF7E-E264-811A-78C2110D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C0CD4-2261-9669-69AB-5BC46C14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479483-B11B-5B96-0AC3-1C4002582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919" y="1124862"/>
            <a:ext cx="6074162" cy="525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187044"/>
      </p:ext>
    </p:extLst>
  </p:cSld>
  <p:clrMapOvr>
    <a:masterClrMapping/>
  </p:clrMapOvr>
  <p:transition advClick="0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E748A-8088-FB4A-FB9D-AF78DF66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A0968-2DD3-CF9B-5C99-45C028BE5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3DCD60-DFD3-8071-8B0F-2E588987C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74" y="1585655"/>
            <a:ext cx="7001852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61155"/>
      </p:ext>
    </p:extLst>
  </p:cSld>
  <p:clrMapOvr>
    <a:masterClrMapping/>
  </p:clrMapOvr>
  <p:transition advClick="0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16AD-94D6-1DCB-1996-132758BD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11819-14D3-4B89-DC37-421D6E3A7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AE39347-F672-0AE5-117D-42613D1C5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024" y="1210336"/>
            <a:ext cx="5997951" cy="517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27633"/>
      </p:ext>
    </p:extLst>
  </p:cSld>
  <p:clrMapOvr>
    <a:masterClrMapping/>
  </p:clrMapOvr>
  <p:transition advClick="0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6E726-FCD4-FBE4-622C-6288F159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FBB9B-6370-1915-1D7A-F81B83A25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D5C22C-EAD6-6DB4-CD6B-C8C707583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222" y="1124744"/>
            <a:ext cx="5945556" cy="512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254492"/>
      </p:ext>
    </p:extLst>
  </p:cSld>
  <p:clrMapOvr>
    <a:masterClrMapping/>
  </p:clrMapOvr>
  <p:transition advClick="0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098A6-354F-7618-4838-1E4832B34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FF2FE-DEED-0465-0F01-F2F3F237A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DEBE67-97CE-FC28-F554-B60B7795F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628" y="1196752"/>
            <a:ext cx="5986743" cy="512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53979"/>
      </p:ext>
    </p:extLst>
  </p:cSld>
  <p:clrMapOvr>
    <a:masterClrMapping/>
  </p:clrMapOvr>
  <p:transition advClick="0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1C85C-AB66-7F39-F687-80B33AB6E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E0710-7FFD-EC6E-2048-9C637F75C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7DD5690-EB27-F0A8-E980-9137AB1B0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337" y="1234480"/>
            <a:ext cx="6449325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37474"/>
      </p:ext>
    </p:extLst>
  </p:cSld>
  <p:clrMapOvr>
    <a:masterClrMapping/>
  </p:clrMapOvr>
  <p:transition advClick="0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ABD9A-9C58-368C-3E2F-D3D534AB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1E2A4-AC6F-4F5B-54B7-AE1720793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1BA92E9-BAC3-3171-626A-720CC93E2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11" y="1323681"/>
            <a:ext cx="6106377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17013"/>
      </p:ext>
    </p:extLst>
  </p:cSld>
  <p:clrMapOvr>
    <a:masterClrMapping/>
  </p:clrMapOvr>
  <p:transition advClick="0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8CA96-04B6-F5BB-3DC9-DDEC4E050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B6ABD-65BF-71F5-DC77-EEC58C035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F0EBA8-4272-8727-C226-36C132EBC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53" y="1268760"/>
            <a:ext cx="7125694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569947"/>
      </p:ext>
    </p:extLst>
  </p:cSld>
  <p:clrMapOvr>
    <a:masterClrMapping/>
  </p:clrMapOvr>
  <p:transition advClick="0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BDAFD-7FF9-5137-AE93-3448DDD91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6E142-A25F-3E71-DC29-2A5A8AC5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87F1E89-DC48-2084-A6DC-34C5B8F30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863" y="1268760"/>
            <a:ext cx="5822274" cy="496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04334"/>
      </p:ext>
    </p:extLst>
  </p:cSld>
  <p:clrMapOvr>
    <a:masterClrMapping/>
  </p:clrMapOvr>
  <p:transition advClick="0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864E5-8185-F00E-F3EF-0E1F1ED24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D5034-EB93-9E87-AF4E-D5156F86F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106C0DD-1218-C4C5-F3A4-358F31EE1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100" y="1371313"/>
            <a:ext cx="6801799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01406"/>
      </p:ext>
    </p:extLst>
  </p:cSld>
  <p:clrMapOvr>
    <a:masterClrMapping/>
  </p:clrMapOvr>
  <p:transition advClick="0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A2CB8-56AE-CA16-F560-90795F7E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944D0-99FA-9247-5D7E-E6E62834D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5351582-357B-6370-3625-2B2B58915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90" y="1268760"/>
            <a:ext cx="6040820" cy="490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14897"/>
      </p:ext>
    </p:extLst>
  </p:cSld>
  <p:clrMapOvr>
    <a:masterClrMapping/>
  </p:clrMapOvr>
  <p:transition advClick="0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5416-60FD-2315-23E9-516FEFAD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CD49C-B228-C2BC-2961-34C6A10D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ED77B6C-1C04-21DE-0861-B6F697C72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483" y="1252510"/>
            <a:ext cx="5161034" cy="521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75229"/>
      </p:ext>
    </p:extLst>
  </p:cSld>
  <p:clrMapOvr>
    <a:masterClrMapping/>
  </p:clrMapOvr>
  <p:transition advClick="0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0BB85-C36A-1A26-A70E-E1CBD5E4E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9FCE7-0B0B-6D30-072A-0249DD9A2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88F488D-DF93-20DB-7E9C-B48783C7A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190" y="1284453"/>
            <a:ext cx="4959620" cy="498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4280"/>
      </p:ext>
    </p:extLst>
  </p:cSld>
  <p:clrMapOvr>
    <a:masterClrMapping/>
  </p:clrMapOvr>
  <p:transition advClick="0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8FACB-C4E3-BE83-38A9-ED21FC44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72101-A9B8-E502-3C00-7FF028981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A40A581-63CB-86B6-9669-F15577C75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809" y="1268760"/>
            <a:ext cx="5744382" cy="517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73693"/>
      </p:ext>
    </p:extLst>
  </p:cSld>
  <p:clrMapOvr>
    <a:masterClrMapping/>
  </p:clrMapOvr>
  <p:transition advClick="0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6A92E-01CF-5FBD-CE80-00DEA105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9FDAD8-3C25-5CB2-DF89-A9B275AB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3194311-F17D-47AE-57A2-55B5F12B5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9" y="1203296"/>
            <a:ext cx="6645462" cy="515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86357"/>
      </p:ext>
    </p:extLst>
  </p:cSld>
  <p:clrMapOvr>
    <a:masterClrMapping/>
  </p:clrMapOvr>
  <p:transition advClick="0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66B8E-E5BF-E719-FA87-BD1314C8E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E9C81-33D2-B769-9565-D8D949B8C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3EC1-C8BA-F663-5987-412E20A95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311" y="1923840"/>
            <a:ext cx="6649378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29691"/>
      </p:ext>
    </p:extLst>
  </p:cSld>
  <p:clrMapOvr>
    <a:masterClrMapping/>
  </p:clrMapOvr>
  <p:transition advClick="0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5DA6-FAC5-9D2E-1F72-230602B9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67813-E875-C13D-A492-3FC496348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7C97ABF-E882-8772-270D-902ABEC33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21" y="1232446"/>
            <a:ext cx="7039957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43166"/>
      </p:ext>
    </p:extLst>
  </p:cSld>
  <p:clrMapOvr>
    <a:masterClrMapping/>
  </p:clrMapOvr>
  <p:transition advClick="0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2ACB7-0A4C-0196-5EBB-94E8494AA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42D15-CFF4-9055-F82E-E7995569E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E9AA1E4-50D1-8DD7-F24A-22432978C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445" y="1218933"/>
            <a:ext cx="6055109" cy="516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637434"/>
      </p:ext>
    </p:extLst>
  </p:cSld>
  <p:clrMapOvr>
    <a:masterClrMapping/>
  </p:clrMapOvr>
  <p:transition advClick="0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7BD46-9A82-6B2D-1EA8-43FE2C691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490596-4411-7838-CA93-01A790E5C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016EB94-628C-93B3-995A-7A177A10D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95" y="1271764"/>
            <a:ext cx="7240010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67861"/>
      </p:ext>
    </p:extLst>
  </p:cSld>
  <p:clrMapOvr>
    <a:masterClrMapping/>
  </p:clrMapOvr>
  <p:transition advClick="0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8994F-CCFD-C0E5-A479-5D16D252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1A66E-4446-8EF6-1EAA-050DF42D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47E79C-4A47-1B46-8A59-967032405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256" y="1333779"/>
            <a:ext cx="6841487" cy="506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097739"/>
      </p:ext>
    </p:extLst>
  </p:cSld>
  <p:clrMapOvr>
    <a:masterClrMapping/>
  </p:clrMapOvr>
  <p:transition advClick="0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D83FF-BFEE-0F81-F57F-2BB2AA16C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8E8E8-DCB6-F14F-5523-C5E9922A9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08924D7-F417-A0B0-E54E-785E747D6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769" y="1298698"/>
            <a:ext cx="5648461" cy="503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51800"/>
      </p:ext>
    </p:extLst>
  </p:cSld>
  <p:clrMapOvr>
    <a:masterClrMapping/>
  </p:clrMapOvr>
  <p:transition advClick="0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CA0B4-9734-97EF-266D-AAFD7038B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87C3B-3E31-E87C-E048-A916B65A0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DFCEE83-AB1B-AC28-6C73-B4A15AC08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048" y="1296138"/>
            <a:ext cx="6477904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98158"/>
      </p:ext>
    </p:extLst>
  </p:cSld>
  <p:clrMapOvr>
    <a:masterClrMapping/>
  </p:clrMapOvr>
  <p:transition advClick="0"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FC2D3-C33C-0781-E542-00B7C1405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19FBC-E0F6-FE63-2924-AC4DF1589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1AC0BFF-5BE1-FD2F-DB3E-0B8B2749B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089" y="1154275"/>
            <a:ext cx="6265821" cy="523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131237"/>
      </p:ext>
    </p:extLst>
  </p:cSld>
  <p:clrMapOvr>
    <a:masterClrMapping/>
  </p:clrMapOvr>
  <p:transition advClick="0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67756-C9B5-D432-5A7D-37B4AFA08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13B2A-416A-C710-1BED-025D207D2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F3672AE-8AC3-2F41-0CFD-8A85355EE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20" y="1282482"/>
            <a:ext cx="6840760" cy="510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615704"/>
      </p:ext>
    </p:extLst>
  </p:cSld>
  <p:clrMapOvr>
    <a:masterClrMapping/>
  </p:clrMapOvr>
  <p:transition advClick="0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2FF2F-9CFC-544E-B87B-89962A0B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4542E-9DC6-557B-23F6-EE32E19B6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95360B0-DA0E-F23E-E8BC-ED4F888E2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15" y="1463891"/>
            <a:ext cx="3612838" cy="467294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FC27FD6-5878-A551-A8D1-3224453E1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1349010"/>
            <a:ext cx="3392378" cy="478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2039"/>
      </p:ext>
    </p:extLst>
  </p:cSld>
  <p:clrMapOvr>
    <a:masterClrMapping/>
  </p:clrMapOvr>
  <p:transition advClick="0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C3DEC-2BAD-355A-BC30-DF889BEB7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9B0D4-CCB2-408F-A939-8B3AD60D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CCD0C5-DEF1-EC9C-0A0E-DC2164E2A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8760"/>
            <a:ext cx="3595730" cy="500384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C55AFCB-6949-0DCE-1760-957AF7A96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698" y="1268760"/>
            <a:ext cx="3578967" cy="50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59676"/>
      </p:ext>
    </p:extLst>
  </p:cSld>
  <p:clrMapOvr>
    <a:masterClrMapping/>
  </p:clrMapOvr>
  <p:transition advClick="0"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9187-C3E6-2F18-1428-F538F4384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F3615-2DCB-4CD1-558F-53C905367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A42FC13-AF40-AE07-AAC2-58AB80D7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8760"/>
            <a:ext cx="3559632" cy="500861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0222610-06FC-B983-2A94-F599B65E5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268760"/>
            <a:ext cx="3583603" cy="500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17497"/>
      </p:ext>
    </p:extLst>
  </p:cSld>
  <p:clrMapOvr>
    <a:masterClrMapping/>
  </p:clrMapOvr>
  <p:transition advClick="0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46FB6-5DB9-40CA-4F23-B331C529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EA134-B8D6-178D-6275-F6D647010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3C2CCF2-FB55-6FFF-FE69-5A071DF23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4635"/>
            <a:ext cx="3605290" cy="495621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7717A69-4A0E-6DBA-8CBD-A5AF939E6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264634"/>
            <a:ext cx="3555729" cy="495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364545"/>
      </p:ext>
    </p:extLst>
  </p:cSld>
  <p:clrMapOvr>
    <a:masterClrMapping/>
  </p:clrMapOvr>
  <p:transition advClick="0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7500F-353A-9AB0-3C09-3086633C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090BC-93C5-4ECF-3F8D-F5F044B0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CFC677D-9F66-13E3-92FB-AAF8972DD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609" y="1268760"/>
            <a:ext cx="3740782" cy="511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732960"/>
      </p:ext>
    </p:extLst>
  </p:cSld>
  <p:clrMapOvr>
    <a:masterClrMapping/>
  </p:clrMapOvr>
  <p:transition advClick="0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2EA7B-F93A-016A-E128-1BD4986D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5888F-EB6B-C8B5-3498-6D6F10341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D0B936C-243E-CD5A-E3B8-0CF37B70F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3508617" cy="499432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8E47C1B-B9DB-B00C-A31B-53F849B0A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418" y="2276872"/>
            <a:ext cx="4020111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96448"/>
      </p:ext>
    </p:extLst>
  </p:cSld>
  <p:clrMapOvr>
    <a:masterClrMapping/>
  </p:clrMapOvr>
  <p:transition advClick="0"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6E3CD-6975-738E-91B4-A4342465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7550C-3833-BE2C-CC5B-DBB1AF3D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7D96C13-5F36-C6BD-0FB7-54E462DB6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3502771" cy="498956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C66DE55-DA63-68B3-7D5F-1AC30A95B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301" y="1268760"/>
            <a:ext cx="3578544" cy="498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433195"/>
      </p:ext>
    </p:extLst>
  </p:cSld>
  <p:clrMapOvr>
    <a:masterClrMapping/>
  </p:clrMapOvr>
  <p:transition advClick="0"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ED2F-976A-646E-D320-7E536C53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6200ED-3EB6-F1A1-2430-02BF769C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D1D6CF4-61C4-FEC7-F196-8055D60B8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285840"/>
            <a:ext cx="3934374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07659"/>
      </p:ext>
    </p:extLst>
  </p:cSld>
  <p:clrMapOvr>
    <a:masterClrMapping/>
  </p:clrMapOvr>
  <p:transition advClick="0"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9E4D9-3F32-4DD4-7BC2-72E194F8D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4EAD6-7DCC-ADE0-2ED8-A284B674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BDCFA4-38F9-73EA-4B04-8823A4F11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5762"/>
            <a:ext cx="3595730" cy="500384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48EDCE8-96EC-EC97-B592-ED3B88696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296106"/>
            <a:ext cx="3532032" cy="497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03809"/>
      </p:ext>
    </p:extLst>
  </p:cSld>
  <p:clrMapOvr>
    <a:masterClrMapping/>
  </p:clrMapOvr>
  <p:transition advClick="0"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BCB1D-9998-C3C7-2320-47237F4B6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BA2DF-7468-A13A-5AEA-93051800D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AD4972-6D4E-D07B-1263-7FF600DB5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944" y="2038156"/>
            <a:ext cx="4020111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43868"/>
      </p:ext>
    </p:extLst>
  </p:cSld>
  <p:clrMapOvr>
    <a:masterClrMapping/>
  </p:clrMapOvr>
  <p:transition advClick="0"/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A7F6D-FBD6-C95C-EF20-990F7E65D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15733-A445-BAF1-8FF5-ACB27245F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43BFEF8-A817-5680-DAFC-784191A5D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12776"/>
            <a:ext cx="3427083" cy="470208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43CDD21-93EE-FA5E-B6EE-DFF22A17E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690" y="1394137"/>
            <a:ext cx="3434300" cy="484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48741"/>
      </p:ext>
    </p:extLst>
  </p:cSld>
  <p:clrMapOvr>
    <a:masterClrMapping/>
  </p:clrMapOvr>
  <p:transition advClick="0"/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2BBAF-C79F-2038-DE62-A9ABD3CC1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FA609-3ED7-3EBF-C4BF-FAB8D7B08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624955C-B286-3D44-DF9C-9508A75A2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471" y="2204866"/>
            <a:ext cx="4001058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05941"/>
      </p:ext>
    </p:extLst>
  </p:cSld>
  <p:clrMapOvr>
    <a:masterClrMapping/>
  </p:clrMapOvr>
  <p:transition advClick="0"/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CB6E2-608B-A2B4-EEF6-84FC95AC3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CBC3E-7F17-97D2-1F20-44AD3FE8E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77DCD57-C4AC-8EA4-10D3-6344F9620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39551"/>
            <a:ext cx="3536513" cy="490951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1AB1DD8-DA83-D955-7814-8CD43F263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268760"/>
            <a:ext cx="3397821" cy="491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61672"/>
      </p:ext>
    </p:extLst>
  </p:cSld>
  <p:clrMapOvr>
    <a:masterClrMapping/>
  </p:clrMapOvr>
  <p:transition advClick="0"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F05DB-89C4-EFF8-4C4B-6DED5468C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9D3EB-0144-3DE1-C381-5F38A6BC8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8A5EFFF-7640-E083-074B-C85F45204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813" y="2319182"/>
            <a:ext cx="3934374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264016"/>
      </p:ext>
    </p:extLst>
  </p:cSld>
  <p:clrMapOvr>
    <a:masterClrMapping/>
  </p:clrMapOvr>
  <p:transition advClick="0"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1D993-D852-4E3D-77DD-D2DBC381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74EEB-EBF0-97F6-5A0D-8C1C6EF8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Cadastro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50DEFAA-D0F4-2FED-D467-B7FD9ACE7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8760"/>
            <a:ext cx="3597300" cy="497050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3232E33-1577-DF4D-1000-A8C29C7BC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205" y="1661866"/>
            <a:ext cx="3982006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85231"/>
      </p:ext>
    </p:extLst>
  </p:cSld>
  <p:clrMapOvr>
    <a:masterClrMapping/>
  </p:clrMapOvr>
  <p:transition advClick="0"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88CAC-A2D2-9478-BF24-F4684FA6D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794C6-B65B-B3BE-0DFD-278AAABD4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1237E21-4DF7-CC21-CAD0-C63A37773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68760"/>
            <a:ext cx="3607003" cy="490858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AE42D63-E950-88D3-6862-FF931F690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528" y="1876208"/>
            <a:ext cx="3962953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00132"/>
      </p:ext>
    </p:extLst>
  </p:cSld>
  <p:clrMapOvr>
    <a:masterClrMapping/>
  </p:clrMapOvr>
  <p:transition advClick="0"/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050E0-0815-4B25-5DDA-676FEC6C5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C5323-8850-3A07-B099-3D1331705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9800D4F-EA06-08E5-93C7-1981A69D2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3623550" cy="483713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1C7F181-9047-52EC-C11B-071023C4F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892" y="1280840"/>
            <a:ext cx="3569923" cy="489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86317"/>
      </p:ext>
    </p:extLst>
  </p:cSld>
  <p:clrMapOvr>
    <a:masterClrMapping/>
  </p:clrMapOvr>
  <p:transition advClick="0"/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BBEAF-B95F-3FFF-1FE8-6CFD8BBC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E8316-4EEA-F9AB-E0ED-728EF1A1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F15DB4B-0DC5-435D-1076-927FAF4BE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70270"/>
            <a:ext cx="3580951" cy="488000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BD6BB47-E692-E53D-1DFB-8FF0804C8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85" y="1269706"/>
            <a:ext cx="3562148" cy="492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91171"/>
      </p:ext>
    </p:extLst>
  </p:cSld>
  <p:clrMapOvr>
    <a:masterClrMapping/>
  </p:clrMapOvr>
  <p:transition advClick="0"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EE61D-40D7-954C-B3EA-47ED739D3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26E51A-D11C-207D-AC71-EF8621030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ACCD08-76D6-3BA9-A78E-E7016CC95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68760"/>
            <a:ext cx="3586522" cy="487048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07C14E8-A45B-4BA3-6722-6B155AFCA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249" y="1268760"/>
            <a:ext cx="3545664" cy="494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200534"/>
      </p:ext>
    </p:extLst>
  </p:cSld>
  <p:clrMapOvr>
    <a:masterClrMapping/>
  </p:clrMapOvr>
  <p:transition advClick="0"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B7AF5-7C2C-AC87-B346-EB0DB268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D004A-3860-BDED-6F48-1B36BE100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C80CFB-0B20-0EAD-9136-79140F5B8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181" y="1952419"/>
            <a:ext cx="4029637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76643"/>
      </p:ext>
    </p:extLst>
  </p:cSld>
  <p:clrMapOvr>
    <a:masterClrMapping/>
  </p:clrMapOvr>
  <p:transition advClick="0"/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986DE-EA97-C768-5FB6-F8432A412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983AF-4A18-CAD3-159D-9D39DEC04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9A56DD9-FF34-EE84-EC78-2AFC0EBDD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8760"/>
            <a:ext cx="3642640" cy="500973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07C6F71-34BB-DC87-F67A-5961C8859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268760"/>
            <a:ext cx="3477032" cy="477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12868"/>
      </p:ext>
    </p:extLst>
  </p:cSld>
  <p:clrMapOvr>
    <a:masterClrMapping/>
  </p:clrMapOvr>
  <p:transition advClick="0"/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DF32-62D3-7CFE-83C2-1E17DCAA1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1A113-FC6B-96E2-62E2-7D5703C1E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6501D53-05F5-3061-C85D-1F32F467C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3547453" cy="490858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AD9BCB9-EDC8-BF10-8B27-23D2FDF19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719" y="3072555"/>
            <a:ext cx="3934374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10512"/>
      </p:ext>
    </p:extLst>
  </p:cSld>
  <p:clrMapOvr>
    <a:masterClrMapping/>
  </p:clrMapOvr>
  <p:transition advClick="0"/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D2EA9-9912-4AE7-8B1C-CBFF831C8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EF4F4-AE89-E7E9-E511-612E89BD5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E7E24F1-00BB-754A-0DC8-BDE1A427B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41241"/>
            <a:ext cx="3566230" cy="496574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043BB7A-5BC9-07AD-BE18-4AD7AF998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382" y="1241240"/>
            <a:ext cx="3594416" cy="496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52706"/>
      </p:ext>
    </p:extLst>
  </p:cSld>
  <p:clrMapOvr>
    <a:masterClrMapping/>
  </p:clrMapOvr>
  <p:transition advClick="0"/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D81E5-186F-0EFA-2F32-58DC4AA83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488F8C-1CEC-8275-3BDF-92A9491E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2BAE6A8-15A9-06AF-E434-12B50F4D5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234" y="1661866"/>
            <a:ext cx="3991532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43589"/>
      </p:ext>
    </p:extLst>
  </p:cSld>
  <p:clrMapOvr>
    <a:masterClrMapping/>
  </p:clrMapOvr>
  <p:transition advClick="0"/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FA341-B0D7-CE96-452A-38213811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21D98-566F-0779-A18F-34C51E288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E3907E9-57D9-E19B-5768-C8ECA7A3F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19" y="1269706"/>
            <a:ext cx="3600706" cy="486095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8466507-E4F9-9207-E420-F12BDB9D2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767" y="1147126"/>
            <a:ext cx="4048690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50642"/>
      </p:ext>
    </p:extLst>
  </p:cSld>
  <p:clrMapOvr>
    <a:masterClrMapping/>
  </p:clrMapOvr>
  <p:transition advClick="0"/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52CD2-3507-19A5-3B47-0325E7D84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39756-1717-51FA-B8EB-C9975F1F4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2693E08-80D6-0A05-A894-FE68C1077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36" y="1268760"/>
            <a:ext cx="3755172" cy="51174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70F2459-5AE0-E236-71C9-6FD9225DC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965" y="2943157"/>
            <a:ext cx="4077269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204935"/>
      </p:ext>
    </p:extLst>
  </p:cSld>
  <p:clrMapOvr>
    <a:masterClrMapping/>
  </p:clrMapOvr>
  <p:transition advClick="0"/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04758-AEBD-57A3-C4D8-32E3FB6B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4294-E94A-3B15-7AE3-5A9A38A79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2AD0AF-C6D9-780A-4C32-59EA95AA0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3591979" cy="48323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0D3B7A2-04BC-E87F-5644-FD155816D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86272"/>
            <a:ext cx="4039164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88150"/>
      </p:ext>
    </p:extLst>
  </p:cSld>
  <p:clrMapOvr>
    <a:masterClrMapping/>
  </p:clrMapOvr>
  <p:transition advClick="0"/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8115E-D953-7979-B638-FD13E979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F8A01-D176-1467-0B6D-5A6C38B3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B8B649E-A208-C2FA-8FD0-0B3FE46AE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3393"/>
            <a:ext cx="4048690" cy="517279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E7F4E6B-3609-5110-D89A-C29801DBD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114" y="3084421"/>
            <a:ext cx="3962953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78670"/>
      </p:ext>
    </p:extLst>
  </p:cSld>
  <p:clrMapOvr>
    <a:masterClrMapping/>
  </p:clrMapOvr>
  <p:transition advClick="0"/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588C1-2DA8-CC0F-6245-0003A1260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10207-538D-E419-5603-8F8DA3C31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179C5E3-184C-2809-D4C8-2B62FA19E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41241"/>
            <a:ext cx="3834962" cy="501982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CCD1662-1530-3206-A0E5-9B071D788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887" y="1700808"/>
            <a:ext cx="4010585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86633"/>
      </p:ext>
    </p:extLst>
  </p:cSld>
  <p:clrMapOvr>
    <a:masterClrMapping/>
  </p:clrMapOvr>
  <p:transition advClick="0"/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72DF1-30C0-5AEA-A339-4DE93DB85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E171E-F730-927A-9A9F-8E903A1A0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ED0D2F-72BD-E403-6F01-86CDFADB1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471" y="2038156"/>
            <a:ext cx="4001058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98718"/>
      </p:ext>
    </p:extLst>
  </p:cSld>
  <p:clrMapOvr>
    <a:masterClrMapping/>
  </p:clrMapOvr>
  <p:transition advClick="0"/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5C965-28E4-4667-15BD-F765CAFDC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1F1EE-6F10-DEBD-41FB-E478845DA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Listagem e Edição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22CC1F0-2385-4C10-8D91-0D2D0E466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3647187" cy="495598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7175606-1F10-145B-D06E-0EA3588C4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139" y="1268760"/>
            <a:ext cx="3458456" cy="49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90452"/>
      </p:ext>
    </p:extLst>
  </p:cSld>
  <p:clrMapOvr>
    <a:masterClrMapping/>
  </p:clrMapOvr>
  <p:transition advClick="0"/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89371-F1D1-D5BF-B397-555CCE652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E3439-9CAC-6CCB-6A0F-7E8BDB8A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182488-164B-272A-1F8B-C7034FBA2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3573728" cy="493716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4B934BB-2AD9-95E7-099A-F78CF9D36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68232"/>
            <a:ext cx="3982006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150132"/>
      </p:ext>
    </p:extLst>
  </p:cSld>
  <p:clrMapOvr>
    <a:masterClrMapping/>
  </p:clrMapOvr>
  <p:transition advClick="0"/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5291-D696-64D9-5459-62786E124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91C29-2197-C139-6CDE-C62494556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438FB79-67AD-FBB4-CEA6-3498DAF84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234" y="2814552"/>
            <a:ext cx="3991532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39791"/>
      </p:ext>
    </p:extLst>
  </p:cSld>
  <p:clrMapOvr>
    <a:masterClrMapping/>
  </p:clrMapOvr>
  <p:transition advClick="0"/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F6D1F-C2A7-6423-62BD-75958938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104D9-5349-08EB-ED6E-D5F992657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8608F8-4C12-9B20-63A7-2B0D5D3D8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52938"/>
            <a:ext cx="3657403" cy="505736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4ECB108-FF05-3E3D-036C-18B10A81F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93202"/>
            <a:ext cx="3962953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410930"/>
      </p:ext>
    </p:extLst>
  </p:cSld>
  <p:clrMapOvr>
    <a:masterClrMapping/>
  </p:clrMapOvr>
  <p:transition advClick="0"/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07CD-D6AA-0E40-E280-20F0E442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2A2D4-CCFF-29B9-EDEF-7F152056A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9936608-40FE-C8EA-A65C-0989F0B63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418" y="2504946"/>
            <a:ext cx="4039164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528092"/>
      </p:ext>
    </p:extLst>
  </p:cSld>
  <p:clrMapOvr>
    <a:masterClrMapping/>
  </p:clrMapOvr>
  <p:transition advClick="0"/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DE2AA-399C-EF69-B8AE-5634CDB2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6EF7F-F171-019A-74F8-B293597B0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3B75B5D-559C-BF02-E9D5-7D3F9D0F0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68760"/>
            <a:ext cx="3575179" cy="487524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614357D-E815-63C3-0766-C56EA14E1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55" y="1501036"/>
            <a:ext cx="4010585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972416"/>
      </p:ext>
    </p:extLst>
  </p:cSld>
  <p:clrMapOvr>
    <a:masterClrMapping/>
  </p:clrMapOvr>
  <p:transition advClick="0"/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C9823-4734-ED2C-0C81-1C3738FF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63948-7F2B-B33C-AE1E-9A614CD4B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A5BBA1-E272-53C2-1595-5E9E94092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99298"/>
            <a:ext cx="3571051" cy="494192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54BF1FA-FC83-A2C7-EAD5-5D90478FA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47894"/>
            <a:ext cx="4020111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93583"/>
      </p:ext>
    </p:extLst>
  </p:cSld>
  <p:clrMapOvr>
    <a:masterClrMapping/>
  </p:clrMapOvr>
  <p:transition advClick="0"/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8C667-F13D-0126-2D78-D9427D3F0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CE4641-408E-8819-6931-38E48C65C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908B4C2-AA9D-152A-FCC7-179205E0C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3603475" cy="484190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DDE7029-3AB2-11CC-46E6-225973FFA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971" y="1368689"/>
            <a:ext cx="3982006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71847"/>
      </p:ext>
    </p:extLst>
  </p:cSld>
  <p:clrMapOvr>
    <a:masterClrMapping/>
  </p:clrMapOvr>
  <p:transition advClick="0"/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E0100-667D-AE99-1D4D-2C50078EA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EBD1D-6BEC-9B81-F262-4EA10E845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881A43C-9502-755C-AC55-144C1A534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6889"/>
            <a:ext cx="3794681" cy="509597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B94384E-AE6C-E251-A3D2-A04E746ED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648" y="1490451"/>
            <a:ext cx="3915321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69363"/>
      </p:ext>
    </p:extLst>
  </p:cSld>
  <p:clrMapOvr>
    <a:masterClrMapping/>
  </p:clrMapOvr>
  <p:transition advClick="0"/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EA95F-E7D9-6AA1-5581-CD515399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374D0-931E-0802-7959-AF4E030D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1291D90-6676-BF05-D47A-373478E59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8760"/>
            <a:ext cx="3591072" cy="495145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EEBE7FE-F9D7-F7C9-E426-B9E2E8EDE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268760"/>
            <a:ext cx="3567085" cy="495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585707"/>
      </p:ext>
    </p:extLst>
  </p:cSld>
  <p:clrMapOvr>
    <a:masterClrMapping/>
  </p:clrMapOvr>
  <p:transition advClick="0"/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93E51-2687-D5D8-2D4A-7841266CB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B8993-F718-88BB-543C-7C9C60F8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18546C-9187-82F3-2041-CE34A365D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07" y="2528762"/>
            <a:ext cx="4010585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770744"/>
      </p:ext>
    </p:extLst>
  </p:cSld>
  <p:clrMapOvr>
    <a:masterClrMapping/>
  </p:clrMapOvr>
  <p:transition advClick="0"/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0E75-4A17-25EB-BD35-3791CAD31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6380E-31FC-BB14-EBC3-21A096E1D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7C8B11B-65BE-A3A6-2458-8655BABD6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8760"/>
            <a:ext cx="3723958" cy="502156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5346ADE-5552-3545-344F-F9499D123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590" y="1268760"/>
            <a:ext cx="3408679" cy="502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61994"/>
      </p:ext>
    </p:extLst>
  </p:cSld>
  <p:clrMapOvr>
    <a:masterClrMapping/>
  </p:clrMapOvr>
  <p:transition advClick="0"/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7B8F9-877B-892E-457C-728E35CE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D763D-96AB-EE18-DCA8-0F58B8E01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CA38AE4-C0BF-D869-7BF2-AC044DE3B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68760"/>
            <a:ext cx="3614499" cy="501393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C5D9355-FCEA-6332-1DD0-089F37EB5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132" y="3086783"/>
            <a:ext cx="4067743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85149"/>
      </p:ext>
    </p:extLst>
  </p:cSld>
  <p:clrMapOvr>
    <a:masterClrMapping/>
  </p:clrMapOvr>
  <p:transition advClick="0"/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0390A-3269-13C7-2E9B-53DD77D7C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E5C15-3445-B70A-049F-72C7662A1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41AFFA7-5284-8356-F4A8-5787AC269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3623683" cy="488000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F375359-7D8F-6376-AA8F-73722695C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68760"/>
            <a:ext cx="3517754" cy="500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33445"/>
      </p:ext>
    </p:extLst>
  </p:cSld>
  <p:clrMapOvr>
    <a:masterClrMapping/>
  </p:clrMapOvr>
  <p:transition advClick="0"/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C0049-9685-84C3-D9BD-A79774F70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304AC-94FD-7B7E-DDD7-C4EAE9CDA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634FF29-093E-25EC-E9F4-E9759D310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70" y="1251248"/>
            <a:ext cx="3570630" cy="492763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90F1637-FCF4-055D-7E2E-A0C25EA00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58" y="2067468"/>
            <a:ext cx="3886742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793738"/>
      </p:ext>
    </p:extLst>
  </p:cSld>
  <p:clrMapOvr>
    <a:masterClrMapping/>
  </p:clrMapOvr>
  <p:transition advClick="0"/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D2F50-625E-CE14-5C37-3D515F9F7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6884E-A4D7-682C-3E49-F9A099ED8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sz="3600" dirty="0"/>
              <a:t>Testes Automatizados – Inativar e Deletar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FF95110-FCF4-3D55-2889-04773151C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9143"/>
            <a:ext cx="3535724" cy="497527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62A34AA-6B11-4C13-6DD4-C91EE3415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034" y="3119394"/>
            <a:ext cx="4048690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1638"/>
      </p:ext>
    </p:extLst>
  </p:cSld>
  <p:clrMapOvr>
    <a:masterClrMapping/>
  </p:clrMapOvr>
  <p:transition advClick="0"/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E0649-3A0A-6F7C-A30C-D5E9FC0D7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4E30A-E4AB-82A5-8136-50C101316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598140B-06EC-5E7F-2859-7359978B0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8760"/>
            <a:ext cx="3592133" cy="486095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A43CB0B-DED6-76F8-7845-37A0F20EE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282530"/>
            <a:ext cx="3431163" cy="487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67848"/>
      </p:ext>
    </p:extLst>
  </p:cSld>
  <p:clrMapOvr>
    <a:masterClrMapping/>
  </p:clrMapOvr>
  <p:transition advClick="0"/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3B324-6ACC-ECC0-81FC-4607128E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927DE-B1EA-4B38-0125-D10FF09A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F0DCDC8-F8D0-6CB4-BD7E-F33F7056C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85347"/>
            <a:ext cx="3426400" cy="483968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F1C0EAD-B0C5-EA56-2370-252BA3900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68760"/>
            <a:ext cx="3538794" cy="497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52855"/>
      </p:ext>
    </p:extLst>
  </p:cSld>
  <p:clrMapOvr>
    <a:masterClrMapping/>
  </p:clrMapOvr>
  <p:transition advClick="0"/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4491F-D67E-F750-D8B3-5AFE8CC1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5B4A9-7A52-EA3D-5C12-14509CB8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17DBA88-D537-24A4-47E7-BB4620960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90" y="1268760"/>
            <a:ext cx="3991532" cy="499179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8ED6F09-15EA-C4A8-39A3-77916D6C0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562" y="1637431"/>
            <a:ext cx="4058216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35214"/>
      </p:ext>
    </p:extLst>
  </p:cSld>
  <p:clrMapOvr>
    <a:masterClrMapping/>
  </p:clrMapOvr>
  <p:transition advClick="0"/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90A94-9114-D9EB-3B34-F68DDFBC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35993-B19F-BC39-2E5C-445B9918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B0D0CE5-57DD-A71E-9D4D-13917C06A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40678"/>
            <a:ext cx="3517011" cy="499432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E42E53F-0A78-685E-B0E2-E9D997523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533" y="1268760"/>
            <a:ext cx="3629191" cy="500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40241"/>
      </p:ext>
    </p:extLst>
  </p:cSld>
  <p:clrMapOvr>
    <a:masterClrMapping/>
  </p:clrMapOvr>
  <p:transition advClick="0"/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2B5AA-EAF3-C2C0-0AE4-2E17B1C7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D2450-5E6C-2583-7E87-873A59A6E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A26100-21B8-CD9C-3479-CA8BA9682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268760"/>
            <a:ext cx="3459959" cy="497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43763"/>
      </p:ext>
    </p:extLst>
  </p:cSld>
  <p:clrMapOvr>
    <a:masterClrMapping/>
  </p:clrMapOvr>
  <p:transition advClick="0"/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A0A83-3315-6C74-212E-FEBD4494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1B38A4-EAF6-6580-01E0-D65D2A302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70E7EE-CBD7-F50E-D96B-3DEFEF73A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68760"/>
            <a:ext cx="3503171" cy="498657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BFA9181-E6C6-0C37-6ED7-E7FBD7689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310" y="1952042"/>
            <a:ext cx="4020111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691133"/>
      </p:ext>
    </p:extLst>
  </p:cSld>
  <p:clrMapOvr>
    <a:masterClrMapping/>
  </p:clrMapOvr>
  <p:transition advClick="0"/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58F5-224B-F031-BF70-E6F7FFA35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14901-88E0-5662-CAAA-58AFF5ED1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334C131-4FAD-37BA-FF33-371831656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68760"/>
            <a:ext cx="3554126" cy="494192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B18039B-FC32-B9F3-6B6D-B6919F7A8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063" y="1767774"/>
            <a:ext cx="4020111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11398"/>
      </p:ext>
    </p:extLst>
  </p:cSld>
  <p:clrMapOvr>
    <a:masterClrMapping/>
  </p:clrMapOvr>
  <p:transition advClick="0"/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5B8E9-AE3C-D180-3592-3878E33C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BA3EB-DE1C-10EB-CB7D-F18F31C9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167C351-4F5A-5690-E498-94A073E56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71397"/>
            <a:ext cx="3612339" cy="488477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BC2CF14-6690-709F-0525-C3F89B227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007" y="1268760"/>
            <a:ext cx="3524719" cy="498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826081"/>
      </p:ext>
    </p:extLst>
  </p:cSld>
  <p:clrMapOvr>
    <a:masterClrMapping/>
  </p:clrMapOvr>
  <p:transition advClick="0"/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CCE23-B8AA-AF75-DDF7-8DF0F556D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E5B512-B7B2-B35C-A73E-0DE6544F6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D5F6289-E32B-CDBB-54C1-760BC3D22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3517647" cy="494669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333AE5B-9B5E-F829-02CD-D1DF6ACAB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148" y="2533525"/>
            <a:ext cx="4029637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91427"/>
      </p:ext>
    </p:extLst>
  </p:cSld>
  <p:clrMapOvr>
    <a:masterClrMapping/>
  </p:clrMapOvr>
  <p:transition advClick="0"/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B8B79-B81C-42FE-E14D-D79B81098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F0201-AA44-1E77-1D3F-ABBF4525B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E725F5-E4AF-5327-7F38-721F9CA5C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8760"/>
            <a:ext cx="3581192" cy="489429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D0B6E0A-EB7E-D642-72CF-DDD4955E7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321" y="2047682"/>
            <a:ext cx="3972479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20306"/>
      </p:ext>
    </p:extLst>
  </p:cSld>
  <p:clrMapOvr>
    <a:masterClrMapping/>
  </p:clrMapOvr>
  <p:transition advClick="0"/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F6A6D-2ED2-3E88-2A48-3D55BF5D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7A32A-5960-533B-2F92-B6830A1E2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09C699B-4758-4612-B7C4-B23E07FE3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9706"/>
            <a:ext cx="3556126" cy="490470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A599383-0BEE-1655-60FC-A06952C57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63" y="1268760"/>
            <a:ext cx="3720524" cy="498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05079"/>
      </p:ext>
    </p:extLst>
  </p:cSld>
  <p:clrMapOvr>
    <a:masterClrMapping/>
  </p:clrMapOvr>
  <p:transition advClick="0"/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61901-6F2F-0450-ADF9-ED083132E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40045-FC09-152B-A5F0-36833424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6F0D9C-5C6F-0ED8-4EBE-15328BFF4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839" y="2709762"/>
            <a:ext cx="4096322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06027"/>
      </p:ext>
    </p:extLst>
  </p:cSld>
  <p:clrMapOvr>
    <a:masterClrMapping/>
  </p:clrMapOvr>
  <p:transition advClick="0"/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1A478-3F43-F40A-6C0C-88C4EC447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3041D-6387-5D38-4479-4B4E8FB4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13A7319-A119-6502-13BF-3E138AE96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95" y="1201965"/>
            <a:ext cx="4210638" cy="520137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5F3BAE6-212C-0F92-75C4-10A5A4BD2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196714"/>
            <a:ext cx="4029667" cy="513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26599"/>
      </p:ext>
    </p:extLst>
  </p:cSld>
  <p:clrMapOvr>
    <a:masterClrMapping/>
  </p:clrMapOvr>
  <p:transition advClick="0"/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162B7-4D86-8750-1B98-ACEC38DC0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5F099-29CC-9D22-F10D-7CA5499B9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388D0D-6E0D-B910-A23B-7DC18028E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628" y="1499918"/>
            <a:ext cx="4248743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35325"/>
      </p:ext>
    </p:extLst>
  </p:cSld>
  <p:clrMapOvr>
    <a:masterClrMapping/>
  </p:clrMapOvr>
  <p:transition advClick="0"/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725DF-D5CB-59FD-5EA3-4F2BBB00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7E1B8-6A14-6191-F182-9E128FE78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F173387-6615-5364-1897-F9EBF52EC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27" y="1268760"/>
            <a:ext cx="3799966" cy="489905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92C939B-EDED-4BD8-3AD0-F290D5FBA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155" y="1268760"/>
            <a:ext cx="3908299" cy="465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81942"/>
      </p:ext>
    </p:extLst>
  </p:cSld>
  <p:clrMapOvr>
    <a:masterClrMapping/>
  </p:clrMapOvr>
  <p:transition advClick="0"/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69583-E062-9903-4AEC-FE55CDCC2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AFE19-6D0F-3DFE-CCF0-34DC9FA2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Testes Automatizados – Endereços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0FFABA-D296-E44B-0579-4F82C3BA3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8760"/>
            <a:ext cx="4220164" cy="457263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7D85596-3293-3132-204F-65634BAF0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352" y="1801112"/>
            <a:ext cx="3834448" cy="350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42829"/>
      </p:ext>
    </p:extLst>
  </p:cSld>
  <p:clrMapOvr>
    <a:masterClrMapping/>
  </p:clrMapOvr>
  <p:transition advClick="0"/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D4DA8-8E6B-7726-B831-05DC1CB22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>
            <a:extLst>
              <a:ext uri="{FF2B5EF4-FFF2-40B4-BE49-F238E27FC236}">
                <a16:creationId xmlns:a16="http://schemas.microsoft.com/office/drawing/2014/main" id="{DBAFA537-4476-9C7C-39AC-BCFC91C73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2936" y="188640"/>
            <a:ext cx="6683375" cy="477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01CBD47A-5A01-4BFF-241E-07BAC4D5D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8736013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3200" b="1" dirty="0"/>
              <a:t>ENTREGA – 07/10/2025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B512739-0959-479A-ADA3-F8B0BF575EAB}"/>
              </a:ext>
            </a:extLst>
          </p:cNvPr>
          <p:cNvSpPr txBox="1"/>
          <p:nvPr/>
        </p:nvSpPr>
        <p:spPr>
          <a:xfrm>
            <a:off x="255626" y="5990861"/>
            <a:ext cx="8532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https://trello.com/b/2b0kenFL/meu-quadro-do-trello</a:t>
            </a:r>
            <a:endParaRPr lang="pt-BR" dirty="0">
              <a:solidFill>
                <a:schemeClr val="accent2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5921860-EB09-D800-7DDE-D063CD029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1249866"/>
            <a:ext cx="8392530" cy="459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56436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E0EB8-C21D-137E-0F73-AED4B060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D2148-75E7-E322-F545-8CA44876E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Fluxo de venda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F37CA8-4B78-24E5-5AA2-96712039B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3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565007"/>
      </p:ext>
    </p:extLst>
  </p:cSld>
  <p:clrMapOvr>
    <a:masterClrMapping/>
  </p:clrMapOvr>
  <p:transition advClick="0"/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F85AE-8B9F-0F78-77DE-ED52C7EF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139CD-D3C8-673A-4284-07E6E9C69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Fluxo de venda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94DB0FF-6F90-69EC-B16C-D7EDFF351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637914"/>
      </p:ext>
    </p:extLst>
  </p:cSld>
  <p:clrMapOvr>
    <a:masterClrMapping/>
  </p:clrMapOvr>
  <p:transition advClick="0"/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03F8-CF87-B4F5-1FB1-96FB0879B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B8EB1-5442-D1AC-C596-FC2A7C50A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Fluxo de venda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5D502C9-3A4A-3E8F-460D-20576C510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751"/>
            <a:ext cx="9144000" cy="510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04714"/>
      </p:ext>
    </p:extLst>
  </p:cSld>
  <p:clrMapOvr>
    <a:masterClrMapping/>
  </p:clrMapOvr>
  <p:transition advClick="0"/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7C8F0-4DAC-66C3-D4DE-4B51518F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D7C32-8D90-A665-765C-42B562C8C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Fluxo de venda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79CAFCF-45DE-28BC-554F-8D7BDD98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674305"/>
      </p:ext>
    </p:extLst>
  </p:cSld>
  <p:clrMapOvr>
    <a:masterClrMapping/>
  </p:clrMapOvr>
  <p:transition advClick="0"/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A3089-1B66-4488-BC2D-8F9451BF4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F4DCF-E3F7-19BC-F9FA-4AB88DCA0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Fluxo de venda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65CA074-10AD-CF1F-BD67-FF78B7D3C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0642"/>
            <a:ext cx="9144000" cy="367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98694"/>
      </p:ext>
    </p:extLst>
  </p:cSld>
  <p:clrMapOvr>
    <a:masterClrMapping/>
  </p:clrMapOvr>
  <p:transition advClick="0"/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E4F65-B252-97CA-CD6E-C4A09301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ADDD9-09BD-9884-014D-388F844B4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Fluxo de venda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5CCFE6C-D5C8-7178-1B0A-4C68E6A13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59"/>
            <a:ext cx="9144000" cy="501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34654"/>
      </p:ext>
    </p:extLst>
  </p:cSld>
  <p:clrMapOvr>
    <a:masterClrMapping/>
  </p:clrMapOvr>
  <p:transition advClick="0"/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26E59-B4D3-7234-7C68-A6E68D585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A2082-82B8-0A35-ECCD-E82BC8327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Fluxo de venda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775E3DC-F0C5-B5B5-9E2B-C8ACB860A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752"/>
            <a:ext cx="9144000" cy="509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04582"/>
      </p:ext>
    </p:extLst>
  </p:cSld>
  <p:clrMapOvr>
    <a:masterClrMapping/>
  </p:clrMapOvr>
  <p:transition advClick="0"/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D3389-2ADF-C34D-2B77-969AF4C82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F7462-3D92-B948-D74C-C2AD566BD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Fluxo de venda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4D3053B-C895-D8CB-D244-13BBC561F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9531"/>
            <a:ext cx="9144000" cy="383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442670"/>
      </p:ext>
    </p:extLst>
  </p:cSld>
  <p:clrMapOvr>
    <a:masterClrMapping/>
  </p:clrMapOvr>
  <p:transition advClick="0"/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EC9E4-077E-B20C-68F2-96E5B98E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44E11-0C18-9E37-3C3F-EE0C0524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Fluxo de venda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A25BA88-57EE-8F76-D66A-20E8C122F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2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51029"/>
      </p:ext>
    </p:extLst>
  </p:cSld>
  <p:clrMapOvr>
    <a:masterClrMapping/>
  </p:clrMapOvr>
  <p:transition advClick="0"/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10207-3154-5690-D8BE-0E3DF98FB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368A5-79D1-B475-ACC2-05EE1A151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Fluxo de venda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A3375F4-6E91-2679-2366-64F046D5D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1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76932"/>
      </p:ext>
    </p:extLst>
  </p:cSld>
  <p:clrMapOvr>
    <a:masterClrMapping/>
  </p:clrMapOvr>
  <p:transition advClick="0"/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96EA8-39C2-9DF8-7511-0ED1A066E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BF6B5-3F46-C93F-8CA4-0A1F3A2CB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Fluxo de venda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FF1022A-1A16-595D-1752-2F63368F8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3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551860"/>
      </p:ext>
    </p:extLst>
  </p:cSld>
  <p:clrMapOvr>
    <a:masterClrMapping/>
  </p:clrMapOvr>
  <p:transition advClick="0"/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D3F9B-3836-E92D-25FC-548B29479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83425-BBCA-F933-97DB-5716F8D6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Fluxo de venda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9823326-D02D-BE40-EE47-67FEBE9A8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468070"/>
      </p:ext>
    </p:extLst>
  </p:cSld>
  <p:clrMapOvr>
    <a:masterClrMapping/>
  </p:clrMapOvr>
  <p:transition advClick="0"/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323C7-90BC-4EDB-DBC4-7B765AB08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38D0A-E25F-633D-CF19-DFC8B7150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Fluxo de venda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2D5F25-AC29-2650-CAF1-C779E4593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503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46038"/>
      </p:ext>
    </p:extLst>
  </p:cSld>
  <p:clrMapOvr>
    <a:masterClrMapping/>
  </p:clrMapOvr>
  <p:transition advClick="0"/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739B4-0ECB-B268-BF25-5DB402056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3143C-CFFC-A192-0CD5-ECDAF7B83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810"/>
            <a:ext cx="8229600" cy="796950"/>
          </a:xfrm>
        </p:spPr>
        <p:txBody>
          <a:bodyPr/>
          <a:lstStyle/>
          <a:p>
            <a:pPr algn="l"/>
            <a:r>
              <a:rPr lang="pt-BR" dirty="0"/>
              <a:t>Tela – Fluxo de venda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AF97A8-F92F-C93B-BA23-345B1C319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59"/>
            <a:ext cx="9144000" cy="500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42245"/>
      </p:ext>
    </p:extLst>
  </p:cSld>
  <p:clrMapOvr>
    <a:masterClrMapping/>
  </p:clrMapOvr>
  <p:transition advClick="0"/>
</p:sld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2A61D42B42D474CB136303E61568CE3" ma:contentTypeVersion="3" ma:contentTypeDescription="Crie um novo documento." ma:contentTypeScope="" ma:versionID="bf80d49507d8960ae98179a6e6652817">
  <xsd:schema xmlns:xsd="http://www.w3.org/2001/XMLSchema" xmlns:xs="http://www.w3.org/2001/XMLSchema" xmlns:p="http://schemas.microsoft.com/office/2006/metadata/properties" xmlns:ns2="e01ca050-92d0-4f72-be4a-edbdca92f0cc" targetNamespace="http://schemas.microsoft.com/office/2006/metadata/properties" ma:root="true" ma:fieldsID="fbf445917b59f41bf9d384aef2998be7" ns2:_="">
    <xsd:import namespace="e01ca050-92d0-4f72-be4a-edbdca92f0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1ca050-92d0-4f72-be4a-edbdca92f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049CDB-41EB-481D-A68E-0D1F27266E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1ca050-92d0-4f72-be4a-edbdca92f0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6C0C9D-82B2-404E-8792-1517863E9D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7273</TotalTime>
  <Words>1125</Words>
  <Application>Microsoft Office PowerPoint</Application>
  <PresentationFormat>Apresentação na tela (4:3)</PresentationFormat>
  <Paragraphs>226</Paragraphs>
  <Slides>196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196</vt:i4>
      </vt:variant>
    </vt:vector>
  </HeadingPairs>
  <TitlesOfParts>
    <vt:vector size="199" baseType="lpstr">
      <vt:lpstr>Tahoma</vt:lpstr>
      <vt:lpstr>Times New Roman</vt:lpstr>
      <vt:lpstr>Estrutura padrão</vt:lpstr>
      <vt:lpstr>E-COMMERCE LIVRO  Laboratório de Engenharia de Software – 5º Semestre - 2025 </vt:lpstr>
      <vt:lpstr>Apresentação do PowerPoint</vt:lpstr>
      <vt:lpstr>Apresentação do PowerPoint</vt:lpstr>
      <vt:lpstr>Apresentação do PowerPoint</vt:lpstr>
      <vt:lpstr>Apresentação do PowerPoint</vt:lpstr>
      <vt:lpstr>Tela - Início</vt:lpstr>
      <vt:lpstr>Tela – Cadastrar Cliente</vt:lpstr>
      <vt:lpstr>Tela – Endereços</vt:lpstr>
      <vt:lpstr>Tela – Cartões</vt:lpstr>
      <vt:lpstr>Tela – Listar Clientes</vt:lpstr>
      <vt:lpstr>Tela – Listar Clientes</vt:lpstr>
      <vt:lpstr>Tela – Listar Endereços</vt:lpstr>
      <vt:lpstr>Tela – Listar Endereços</vt:lpstr>
      <vt:lpstr>Tela – Listar Cartões</vt:lpstr>
      <vt:lpstr>Tela – Listar Cartões</vt:lpstr>
      <vt:lpstr>Tela – Alterar Senha</vt:lpstr>
      <vt:lpstr>Apresentação do PowerPoint</vt:lpstr>
      <vt:lpstr>Tela – Sistema de Livros</vt:lpstr>
      <vt:lpstr>Tela – Cadastro de Livro</vt:lpstr>
      <vt:lpstr>Tela – Cadastro de Livros</vt:lpstr>
      <vt:lpstr>Tela – Consultar Livros</vt:lpstr>
      <vt:lpstr>Tela – Gerenciador de Vendas</vt:lpstr>
      <vt:lpstr>Tela – Produtos</vt:lpstr>
      <vt:lpstr>Tela – Carrinho</vt:lpstr>
      <vt:lpstr>Tela – Carrinho</vt:lpstr>
      <vt:lpstr>Tela – Carrinho</vt:lpstr>
      <vt:lpstr>Tela – Carrinho</vt:lpstr>
      <vt:lpstr>Tela – Carrinho</vt:lpstr>
      <vt:lpstr>Tela – Meus Pedidos</vt:lpstr>
      <vt:lpstr>Tela – Meus Pedidos</vt:lpstr>
      <vt:lpstr>Tela – Meus Pedidos</vt:lpstr>
      <vt:lpstr>Tela – Admin (Vendas)</vt:lpstr>
      <vt:lpstr>Tela – Admin (Vendas)</vt:lpstr>
      <vt:lpstr>Tela – Admin (Vendas)</vt:lpstr>
      <vt:lpstr>Tela – Estoque</vt:lpstr>
      <vt:lpstr>Tela – Entrada em Estoque</vt:lpstr>
      <vt:lpstr>Tela – Consultar Estoque</vt:lpstr>
      <vt:lpstr>Tela – Consultar Estoque </vt:lpstr>
      <vt:lpstr>Tela – Reentrada de Estoque</vt:lpstr>
      <vt:lpstr>Tela – IA</vt:lpstr>
      <vt:lpstr>Tela – Recomendações IA</vt:lpstr>
      <vt:lpstr>Tela – Chatbot</vt:lpstr>
      <vt:lpstr>Tela – Histórico e Preferências</vt:lpstr>
      <vt:lpstr>Tela – Análise</vt:lpstr>
      <vt:lpstr>Tela – Análise</vt:lpstr>
      <vt:lpstr>Apresentação do PowerPoint</vt:lpstr>
      <vt:lpstr>Apresentação do PowerPoint</vt:lpstr>
      <vt:lpstr>Tela – Início</vt:lpstr>
      <vt:lpstr>Tela – Cadastrar Clientes</vt:lpstr>
      <vt:lpstr>Tela – Clientes (cadastro)</vt:lpstr>
      <vt:lpstr>Tela – Endereços</vt:lpstr>
      <vt:lpstr>Tela – Endereços (cadastro)</vt:lpstr>
      <vt:lpstr>Tela – Cartões</vt:lpstr>
      <vt:lpstr>Tela – Cartões (cadastro)</vt:lpstr>
      <vt:lpstr>Tela – Clientes (listagem)</vt:lpstr>
      <vt:lpstr>Tela – Clientes (filtro)</vt:lpstr>
      <vt:lpstr>Tela – Clientes (editar)</vt:lpstr>
      <vt:lpstr>Tela – Clientes (remover)</vt:lpstr>
      <vt:lpstr>Tela – Endereço (listagem)</vt:lpstr>
      <vt:lpstr>Tela – Endereço (editar)</vt:lpstr>
      <vt:lpstr>Tela – Cartões (listagem)</vt:lpstr>
      <vt:lpstr>Tela – Cartões (editar)</vt:lpstr>
      <vt:lpstr>Tela – Alterar senha (sem login)</vt:lpstr>
      <vt:lpstr>Tela – Alterar Senha (sucesso)</vt:lpstr>
      <vt:lpstr>Apresentação do PowerPoint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- Cadastro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Endereço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Cadastro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Listagem e Edição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Inativar e Deletar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Testes Automatizados – Endereços</vt:lpstr>
      <vt:lpstr>Apresentação do PowerPoint</vt:lpstr>
      <vt:lpstr>Tela – Fluxo de venda</vt:lpstr>
      <vt:lpstr>Tela – Fluxo de venda</vt:lpstr>
      <vt:lpstr>Tela – Fluxo de venda</vt:lpstr>
      <vt:lpstr>Tela – Fluxo de venda</vt:lpstr>
      <vt:lpstr>Tela – Fluxo de venda</vt:lpstr>
      <vt:lpstr>Tela – Fluxo de venda</vt:lpstr>
      <vt:lpstr>Tela – Fluxo de venda</vt:lpstr>
      <vt:lpstr>Tela – Fluxo de venda</vt:lpstr>
      <vt:lpstr>Tela – Fluxo de venda</vt:lpstr>
      <vt:lpstr>Tela – Fluxo de venda</vt:lpstr>
      <vt:lpstr>Tela – Fluxo de venda</vt:lpstr>
      <vt:lpstr>Tela – Fluxo de venda</vt:lpstr>
      <vt:lpstr>Tela – Fluxo de venda</vt:lpstr>
      <vt:lpstr>Tela – Fluxo de venda</vt:lpstr>
    </vt:vector>
  </TitlesOfParts>
  <Company>INPE - Brazilian National Institute for Space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ISIS: Arquitetura e Conceito de Modelagem</dc:title>
  <dc:creator>Fabricio de Novaes Kucinskis</dc:creator>
  <cp:lastModifiedBy>SAMUEL ASSIS BAZONE</cp:lastModifiedBy>
  <cp:revision>437</cp:revision>
  <dcterms:created xsi:type="dcterms:W3CDTF">2005-05-18T14:05:05Z</dcterms:created>
  <dcterms:modified xsi:type="dcterms:W3CDTF">2025-10-06T00:22:02Z</dcterms:modified>
</cp:coreProperties>
</file>